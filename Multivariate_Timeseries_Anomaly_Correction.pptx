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95" r:id="rId5"/>
    <p:sldId id="294" r:id="rId6"/>
    <p:sldId id="260" r:id="rId7"/>
    <p:sldId id="262" r:id="rId8"/>
    <p:sldId id="271" r:id="rId9"/>
    <p:sldId id="296" r:id="rId10"/>
    <p:sldId id="274" r:id="rId11"/>
    <p:sldId id="275" r:id="rId12"/>
    <p:sldId id="297" r:id="rId13"/>
    <p:sldId id="277" r:id="rId14"/>
    <p:sldId id="278" r:id="rId15"/>
    <p:sldId id="287" r:id="rId16"/>
    <p:sldId id="279" r:id="rId17"/>
    <p:sldId id="298" r:id="rId18"/>
    <p:sldId id="280" r:id="rId19"/>
    <p:sldId id="284" r:id="rId20"/>
    <p:sldId id="285" r:id="rId21"/>
    <p:sldId id="281" r:id="rId22"/>
    <p:sldId id="282" r:id="rId23"/>
  </p:sldIdLst>
  <p:sldSz cx="12192000" cy="6858000"/>
  <p:notesSz cx="6797675" cy="9928225"/>
  <p:embeddedFontLst>
    <p:embeddedFont>
      <p:font typeface="Cambria Math" panose="02040503050406030204" pitchFamily="18" charset="0"/>
      <p:regular r:id="rId24"/>
    </p:embeddedFont>
    <p:embeddedFont>
      <p:font typeface="KoPub바탕체 Bold" panose="02020603020101020101" pitchFamily="18" charset="-127"/>
      <p:regular r:id="rId25"/>
    </p:embeddedFont>
    <p:embeddedFont>
      <p:font typeface="KoPub바탕체 Light" panose="02020603020101020101" pitchFamily="18" charset="-127"/>
      <p:regular r:id="rId26"/>
    </p:embeddedFont>
    <p:embeddedFont>
      <p:font typeface="KoPub바탕체 Medium" panose="02020603020101020101" pitchFamily="18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12D6A"/>
    <a:srgbClr val="33CC33"/>
    <a:srgbClr val="66FF33"/>
    <a:srgbClr val="FFD467"/>
    <a:srgbClr val="83CBEB"/>
    <a:srgbClr val="FFFFFF"/>
    <a:srgbClr val="D5B186"/>
    <a:srgbClr val="E7E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소현 윤" userId="7f28c9c3aee009c4" providerId="LiveId" clId="{6C1F25E8-56AA-4239-93D5-2F0E606D7DB6}"/>
    <pc:docChg chg="undo custSel addSld delSld modSld">
      <pc:chgData name="소현 윤" userId="7f28c9c3aee009c4" providerId="LiveId" clId="{6C1F25E8-56AA-4239-93D5-2F0E606D7DB6}" dt="2024-11-04T04:25:19.470" v="16" actId="1076"/>
      <pc:docMkLst>
        <pc:docMk/>
      </pc:docMkLst>
      <pc:sldChg chg="modSp mod">
        <pc:chgData name="소현 윤" userId="7f28c9c3aee009c4" providerId="LiveId" clId="{6C1F25E8-56AA-4239-93D5-2F0E606D7DB6}" dt="2024-10-30T05:19:06.874" v="7" actId="6549"/>
        <pc:sldMkLst>
          <pc:docMk/>
          <pc:sldMk cId="569478499" sldId="260"/>
        </pc:sldMkLst>
        <pc:spChg chg="mod">
          <ac:chgData name="소현 윤" userId="7f28c9c3aee009c4" providerId="LiveId" clId="{6C1F25E8-56AA-4239-93D5-2F0E606D7DB6}" dt="2024-10-30T05:19:06.874" v="7" actId="6549"/>
          <ac:spMkLst>
            <pc:docMk/>
            <pc:sldMk cId="569478499" sldId="260"/>
            <ac:spMk id="14" creationId="{443F85D7-21EF-7CBB-931E-ADB55669A8A9}"/>
          </ac:spMkLst>
        </pc:spChg>
      </pc:sldChg>
      <pc:sldChg chg="modSp mod">
        <pc:chgData name="소현 윤" userId="7f28c9c3aee009c4" providerId="LiveId" clId="{6C1F25E8-56AA-4239-93D5-2F0E606D7DB6}" dt="2024-11-04T04:25:19.470" v="16" actId="1076"/>
        <pc:sldMkLst>
          <pc:docMk/>
          <pc:sldMk cId="51670954" sldId="286"/>
        </pc:sldMkLst>
      </pc:sldChg>
      <pc:sldChg chg="new del">
        <pc:chgData name="소현 윤" userId="7f28c9c3aee009c4" providerId="LiveId" clId="{6C1F25E8-56AA-4239-93D5-2F0E606D7DB6}" dt="2024-11-01T06:41:49.072" v="15" actId="680"/>
        <pc:sldMkLst>
          <pc:docMk/>
          <pc:sldMk cId="516174225" sldId="286"/>
        </pc:sldMkLst>
      </pc:sldChg>
      <pc:sldChg chg="new del">
        <pc:chgData name="소현 윤" userId="7f28c9c3aee009c4" providerId="LiveId" clId="{6C1F25E8-56AA-4239-93D5-2F0E606D7DB6}" dt="2024-11-01T06:41:48.721" v="14" actId="680"/>
        <pc:sldMkLst>
          <pc:docMk/>
          <pc:sldMk cId="1940827490" sldId="287"/>
        </pc:sldMkLst>
      </pc:sldChg>
      <pc:sldChg chg="new del">
        <pc:chgData name="소현 윤" userId="7f28c9c3aee009c4" providerId="LiveId" clId="{6C1F25E8-56AA-4239-93D5-2F0E606D7DB6}" dt="2024-11-01T06:41:48.329" v="13" actId="680"/>
        <pc:sldMkLst>
          <pc:docMk/>
          <pc:sldMk cId="3197796124" sldId="288"/>
        </pc:sldMkLst>
      </pc:sldChg>
      <pc:sldChg chg="new del">
        <pc:chgData name="소현 윤" userId="7f28c9c3aee009c4" providerId="LiveId" clId="{6C1F25E8-56AA-4239-93D5-2F0E606D7DB6}" dt="2024-11-01T06:41:48.037" v="12" actId="680"/>
        <pc:sldMkLst>
          <pc:docMk/>
          <pc:sldMk cId="3357899621" sldId="289"/>
        </pc:sldMkLst>
      </pc:sldChg>
    </pc:docChg>
  </pc:docChgLst>
  <pc:docChgLst>
    <pc:chgData name="소현 윤" userId="7f28c9c3aee009c4" providerId="LiveId" clId="{7467CE59-F2E7-4FA4-A024-89994A6AE679}"/>
    <pc:docChg chg="undo custSel addSld delSld modSld">
      <pc:chgData name="소현 윤" userId="7f28c9c3aee009c4" providerId="LiveId" clId="{7467CE59-F2E7-4FA4-A024-89994A6AE679}" dt="2024-11-29T05:03:48.844" v="190"/>
      <pc:docMkLst>
        <pc:docMk/>
      </pc:docMkLst>
      <pc:sldChg chg="addSp delSp mod">
        <pc:chgData name="소현 윤" userId="7f28c9c3aee009c4" providerId="LiveId" clId="{7467CE59-F2E7-4FA4-A024-89994A6AE679}" dt="2024-11-28T12:36:10.751" v="3" actId="478"/>
        <pc:sldMkLst>
          <pc:docMk/>
          <pc:sldMk cId="2950638358" sldId="292"/>
        </pc:sldMkLst>
      </pc:sldChg>
      <pc:sldChg chg="add del">
        <pc:chgData name="소현 윤" userId="7f28c9c3aee009c4" providerId="LiveId" clId="{7467CE59-F2E7-4FA4-A024-89994A6AE679}" dt="2024-11-29T04:59:50.923" v="5" actId="2890"/>
        <pc:sldMkLst>
          <pc:docMk/>
          <pc:sldMk cId="231120299" sldId="293"/>
        </pc:sldMkLst>
      </pc:sldChg>
      <pc:sldChg chg="modSp add mod">
        <pc:chgData name="소현 윤" userId="7f28c9c3aee009c4" providerId="LiveId" clId="{7467CE59-F2E7-4FA4-A024-89994A6AE679}" dt="2024-11-29T05:03:48.844" v="190"/>
        <pc:sldMkLst>
          <pc:docMk/>
          <pc:sldMk cId="3839344436" sldId="293"/>
        </pc:sldMkLst>
      </pc:sldChg>
    </pc:docChg>
  </pc:docChgLst>
  <pc:docChgLst>
    <pc:chgData name="소현 윤" userId="7f28c9c3aee009c4" providerId="LiveId" clId="{5DE984E1-59F2-4440-8E5A-4B908CAC87FA}"/>
    <pc:docChg chg="modSld">
      <pc:chgData name="소현 윤" userId="7f28c9c3aee009c4" providerId="LiveId" clId="{5DE984E1-59F2-4440-8E5A-4B908CAC87FA}" dt="2025-01-21T10:46:18.840" v="1" actId="1076"/>
      <pc:docMkLst>
        <pc:docMk/>
      </pc:docMkLst>
      <pc:sldChg chg="modSp mod">
        <pc:chgData name="소현 윤" userId="7f28c9c3aee009c4" providerId="LiveId" clId="{5DE984E1-59F2-4440-8E5A-4B908CAC87FA}" dt="2025-01-21T10:46:18.840" v="1" actId="1076"/>
        <pc:sldMkLst>
          <pc:docMk/>
          <pc:sldMk cId="1168363846" sldId="274"/>
        </pc:sldMkLst>
        <pc:picChg chg="mod">
          <ac:chgData name="소현 윤" userId="7f28c9c3aee009c4" providerId="LiveId" clId="{5DE984E1-59F2-4440-8E5A-4B908CAC87FA}" dt="2025-01-21T10:46:18.840" v="1" actId="1076"/>
          <ac:picMkLst>
            <pc:docMk/>
            <pc:sldMk cId="1168363846" sldId="274"/>
            <ac:picMk id="35" creationId="{51C87E08-BB09-7494-D6AE-586931020703}"/>
          </ac:picMkLst>
        </pc:picChg>
      </pc:sldChg>
    </pc:docChg>
  </pc:docChgLst>
  <pc:docChgLst>
    <pc:chgData name="소현 윤" userId="7f28c9c3aee009c4" providerId="LiveId" clId="{B1C53912-1FCA-4CD7-BEF0-E9D181EA6C4C}"/>
    <pc:docChg chg="undo redo custSel addSld delSld modSld sldOrd">
      <pc:chgData name="소현 윤" userId="7f28c9c3aee009c4" providerId="LiveId" clId="{B1C53912-1FCA-4CD7-BEF0-E9D181EA6C4C}" dt="2024-12-12T07:43:04.707" v="5450" actId="20577"/>
      <pc:docMkLst>
        <pc:docMk/>
      </pc:docMkLst>
      <pc:sldChg chg="addSp delSp modSp mod">
        <pc:chgData name="소현 윤" userId="7f28c9c3aee009c4" providerId="LiveId" clId="{B1C53912-1FCA-4CD7-BEF0-E9D181EA6C4C}" dt="2024-12-11T19:50:32.862" v="307" actId="2711"/>
        <pc:sldMkLst>
          <pc:docMk/>
          <pc:sldMk cId="717322798" sldId="256"/>
        </pc:sldMkLst>
        <pc:spChg chg="mod">
          <ac:chgData name="소현 윤" userId="7f28c9c3aee009c4" providerId="LiveId" clId="{B1C53912-1FCA-4CD7-BEF0-E9D181EA6C4C}" dt="2024-12-11T19:36:51.153" v="106" actId="14100"/>
          <ac:spMkLst>
            <pc:docMk/>
            <pc:sldMk cId="717322798" sldId="256"/>
            <ac:spMk id="2" creationId="{744A3F61-D99F-A84D-50FA-12E4EF30E41B}"/>
          </ac:spMkLst>
        </pc:spChg>
        <pc:spChg chg="add del mod">
          <ac:chgData name="소현 윤" userId="7f28c9c3aee009c4" providerId="LiveId" clId="{B1C53912-1FCA-4CD7-BEF0-E9D181EA6C4C}" dt="2024-12-11T19:49:34.115" v="212" actId="1076"/>
          <ac:spMkLst>
            <pc:docMk/>
            <pc:sldMk cId="717322798" sldId="256"/>
            <ac:spMk id="3" creationId="{677F4F1C-16B2-06DD-91E2-91396E9AA350}"/>
          </ac:spMkLst>
        </pc:spChg>
        <pc:spChg chg="mod">
          <ac:chgData name="소현 윤" userId="7f28c9c3aee009c4" providerId="LiveId" clId="{B1C53912-1FCA-4CD7-BEF0-E9D181EA6C4C}" dt="2024-12-11T19:49:10.464" v="204" actId="20577"/>
          <ac:spMkLst>
            <pc:docMk/>
            <pc:sldMk cId="717322798" sldId="256"/>
            <ac:spMk id="10" creationId="{8B2F0DC5-3B1D-5771-2C54-C3DF084BAFA6}"/>
          </ac:spMkLst>
        </pc:spChg>
        <pc:spChg chg="add mod">
          <ac:chgData name="소현 윤" userId="7f28c9c3aee009c4" providerId="LiveId" clId="{B1C53912-1FCA-4CD7-BEF0-E9D181EA6C4C}" dt="2024-12-11T19:50:32.862" v="307" actId="2711"/>
          <ac:spMkLst>
            <pc:docMk/>
            <pc:sldMk cId="717322798" sldId="256"/>
            <ac:spMk id="11" creationId="{09621700-A890-3A2D-321A-A65ACD124FC3}"/>
          </ac:spMkLst>
        </pc:spChg>
      </pc:sldChg>
      <pc:sldChg chg="addSp modSp mod">
        <pc:chgData name="소현 윤" userId="7f28c9c3aee009c4" providerId="LiveId" clId="{B1C53912-1FCA-4CD7-BEF0-E9D181EA6C4C}" dt="2024-12-11T19:53:16.762" v="351" actId="1076"/>
        <pc:sldMkLst>
          <pc:docMk/>
          <pc:sldMk cId="3790141939" sldId="257"/>
        </pc:sldMkLst>
        <pc:spChg chg="add 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" creationId="{4EA95AFA-DF4F-ACFD-F3DA-B3DF1193256D}"/>
          </ac:spMkLst>
        </pc:spChg>
        <pc:spChg chg="add 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3" creationId="{768AB564-DEC1-D488-CE3B-7D17381EC80C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13" creationId="{294736D3-7532-DAAB-2FEB-488C1D168EA0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15" creationId="{A596E7CA-66DA-95C2-7BD6-2E2ACFBF7023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0" creationId="{822879C8-54A3-0534-75BC-98DF0D45CB86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1" creationId="{D5D08ADF-C565-4F03-4B9E-4B7317BDBF92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2" creationId="{47FA8237-EB1F-0C2A-7FC2-A8465EC3E22B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3" creationId="{FBDE70DD-0890-07AF-7962-48CB04E607FC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4" creationId="{292E5776-0E48-6C1D-FB91-6371C0807B9F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5" creationId="{5B149AF6-B34E-C9DE-C711-42C74259DCEE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6" creationId="{92340AA9-DF2E-3DCF-0E2C-D78E11EBF54B}"/>
          </ac:spMkLst>
        </pc:spChg>
        <pc:spChg chg="mod">
          <ac:chgData name="소현 윤" userId="7f28c9c3aee009c4" providerId="LiveId" clId="{B1C53912-1FCA-4CD7-BEF0-E9D181EA6C4C}" dt="2024-12-11T19:53:16.762" v="351" actId="1076"/>
          <ac:spMkLst>
            <pc:docMk/>
            <pc:sldMk cId="3790141939" sldId="257"/>
            <ac:spMk id="27" creationId="{2F741AF3-8244-9807-EDD7-F5050EC95F5C}"/>
          </ac:spMkLst>
        </pc:spChg>
      </pc:sldChg>
      <pc:sldChg chg="addSp modSp mod ord">
        <pc:chgData name="소현 윤" userId="7f28c9c3aee009c4" providerId="LiveId" clId="{B1C53912-1FCA-4CD7-BEF0-E9D181EA6C4C}" dt="2024-12-12T07:43:04.707" v="5450" actId="20577"/>
        <pc:sldMkLst>
          <pc:docMk/>
          <pc:sldMk cId="3368775899" sldId="259"/>
        </pc:sldMkLst>
        <pc:spChg chg="add mod">
          <ac:chgData name="소현 윤" userId="7f28c9c3aee009c4" providerId="LiveId" clId="{B1C53912-1FCA-4CD7-BEF0-E9D181EA6C4C}" dt="2024-12-12T07:40:41.375" v="5234" actId="1076"/>
          <ac:spMkLst>
            <pc:docMk/>
            <pc:sldMk cId="3368775899" sldId="259"/>
            <ac:spMk id="3" creationId="{A5AC1E4F-FEB4-C8E5-659F-A768DF9762BA}"/>
          </ac:spMkLst>
        </pc:spChg>
        <pc:spChg chg="add mod">
          <ac:chgData name="소현 윤" userId="7f28c9c3aee009c4" providerId="LiveId" clId="{B1C53912-1FCA-4CD7-BEF0-E9D181EA6C4C}" dt="2024-12-12T07:42:12.954" v="5358" actId="20577"/>
          <ac:spMkLst>
            <pc:docMk/>
            <pc:sldMk cId="3368775899" sldId="259"/>
            <ac:spMk id="5" creationId="{85FF8DA6-8DC5-B662-F779-90288D8AFAD6}"/>
          </ac:spMkLst>
        </pc:spChg>
        <pc:spChg chg="add mod">
          <ac:chgData name="소현 윤" userId="7f28c9c3aee009c4" providerId="LiveId" clId="{B1C53912-1FCA-4CD7-BEF0-E9D181EA6C4C}" dt="2024-12-12T07:42:57.702" v="5445" actId="20577"/>
          <ac:spMkLst>
            <pc:docMk/>
            <pc:sldMk cId="3368775899" sldId="259"/>
            <ac:spMk id="7" creationId="{EA51703C-8E07-D8A8-ACA7-11B5EC41893C}"/>
          </ac:spMkLst>
        </pc:spChg>
        <pc:spChg chg="mod">
          <ac:chgData name="소현 윤" userId="7f28c9c3aee009c4" providerId="LiveId" clId="{B1C53912-1FCA-4CD7-BEF0-E9D181EA6C4C}" dt="2024-12-12T07:43:04.707" v="5450" actId="20577"/>
          <ac:spMkLst>
            <pc:docMk/>
            <pc:sldMk cId="3368775899" sldId="259"/>
            <ac:spMk id="14" creationId="{443F85D7-21EF-7CBB-931E-ADB55669A8A9}"/>
          </ac:spMkLst>
        </pc:spChg>
        <pc:spChg chg="mod">
          <ac:chgData name="소현 윤" userId="7f28c9c3aee009c4" providerId="LiveId" clId="{B1C53912-1FCA-4CD7-BEF0-E9D181EA6C4C}" dt="2024-12-11T19:53:43.300" v="402" actId="14100"/>
          <ac:spMkLst>
            <pc:docMk/>
            <pc:sldMk cId="3368775899" sldId="259"/>
            <ac:spMk id="16" creationId="{5C7914EC-ECF0-F64E-74C2-620DD05A5A62}"/>
          </ac:spMkLst>
        </pc:spChg>
        <pc:spChg chg="mod">
          <ac:chgData name="소현 윤" userId="7f28c9c3aee009c4" providerId="LiveId" clId="{B1C53912-1FCA-4CD7-BEF0-E9D181EA6C4C}" dt="2024-12-11T19:53:57.570" v="426" actId="20577"/>
          <ac:spMkLst>
            <pc:docMk/>
            <pc:sldMk cId="3368775899" sldId="259"/>
            <ac:spMk id="30" creationId="{97F030EA-F53B-2CC6-2476-45A67C4FF6E9}"/>
          </ac:spMkLst>
        </pc:spChg>
      </pc:sldChg>
      <pc:sldChg chg="addSp modSp mod">
        <pc:chgData name="소현 윤" userId="7f28c9c3aee009c4" providerId="LiveId" clId="{B1C53912-1FCA-4CD7-BEF0-E9D181EA6C4C}" dt="2024-12-11T20:24:43.468" v="2628" actId="20577"/>
        <pc:sldMkLst>
          <pc:docMk/>
          <pc:sldMk cId="569478499" sldId="260"/>
        </pc:sldMkLst>
        <pc:spChg chg="add mod">
          <ac:chgData name="소현 윤" userId="7f28c9c3aee009c4" providerId="LiveId" clId="{B1C53912-1FCA-4CD7-BEF0-E9D181EA6C4C}" dt="2024-12-11T20:20:51.109" v="2293" actId="1076"/>
          <ac:spMkLst>
            <pc:docMk/>
            <pc:sldMk cId="569478499" sldId="260"/>
            <ac:spMk id="2" creationId="{2FDC8B66-5363-D89B-A5F0-541E2FF7FE2A}"/>
          </ac:spMkLst>
        </pc:spChg>
        <pc:spChg chg="mod">
          <ac:chgData name="소현 윤" userId="7f28c9c3aee009c4" providerId="LiveId" clId="{B1C53912-1FCA-4CD7-BEF0-E9D181EA6C4C}" dt="2024-12-11T20:24:15.482" v="2624" actId="20577"/>
          <ac:spMkLst>
            <pc:docMk/>
            <pc:sldMk cId="569478499" sldId="260"/>
            <ac:spMk id="14" creationId="{443F85D7-21EF-7CBB-931E-ADB55669A8A9}"/>
          </ac:spMkLst>
        </pc:spChg>
        <pc:spChg chg="mod">
          <ac:chgData name="소현 윤" userId="7f28c9c3aee009c4" providerId="LiveId" clId="{B1C53912-1FCA-4CD7-BEF0-E9D181EA6C4C}" dt="2024-12-11T20:24:43.468" v="2628" actId="20577"/>
          <ac:spMkLst>
            <pc:docMk/>
            <pc:sldMk cId="569478499" sldId="260"/>
            <ac:spMk id="16" creationId="{5C7914EC-ECF0-F64E-74C2-620DD05A5A62}"/>
          </ac:spMkLst>
        </pc:spChg>
      </pc:sldChg>
      <pc:sldChg chg="addSp delSp modSp add del mod">
        <pc:chgData name="소현 윤" userId="7f28c9c3aee009c4" providerId="LiveId" clId="{B1C53912-1FCA-4CD7-BEF0-E9D181EA6C4C}" dt="2024-12-11T21:15:45.324" v="3069" actId="1076"/>
        <pc:sldMkLst>
          <pc:docMk/>
          <pc:sldMk cId="2937167731" sldId="262"/>
        </pc:sldMkLst>
        <pc:spChg chg="mod">
          <ac:chgData name="소현 윤" userId="7f28c9c3aee009c4" providerId="LiveId" clId="{B1C53912-1FCA-4CD7-BEF0-E9D181EA6C4C}" dt="2024-12-11T21:15:20.104" v="3060" actId="20577"/>
          <ac:spMkLst>
            <pc:docMk/>
            <pc:sldMk cId="2937167731" sldId="262"/>
            <ac:spMk id="14" creationId="{443F85D7-21EF-7CBB-931E-ADB55669A8A9}"/>
          </ac:spMkLst>
        </pc:spChg>
        <pc:spChg chg="mod">
          <ac:chgData name="소현 윤" userId="7f28c9c3aee009c4" providerId="LiveId" clId="{B1C53912-1FCA-4CD7-BEF0-E9D181EA6C4C}" dt="2024-12-11T20:24:47.067" v="2630" actId="20577"/>
          <ac:spMkLst>
            <pc:docMk/>
            <pc:sldMk cId="2937167731" sldId="262"/>
            <ac:spMk id="16" creationId="{5C7914EC-ECF0-F64E-74C2-620DD05A5A62}"/>
          </ac:spMkLst>
        </pc:spChg>
        <pc:picChg chg="add mod">
          <ac:chgData name="소현 윤" userId="7f28c9c3aee009c4" providerId="LiveId" clId="{B1C53912-1FCA-4CD7-BEF0-E9D181EA6C4C}" dt="2024-12-11T21:15:45.324" v="3069" actId="1076"/>
          <ac:picMkLst>
            <pc:docMk/>
            <pc:sldMk cId="2937167731" sldId="262"/>
            <ac:picMk id="3" creationId="{4F022DDA-82C2-19B6-B178-AC65B91400CC}"/>
          </ac:picMkLst>
        </pc:picChg>
      </pc:sldChg>
      <pc:sldChg chg="add del">
        <pc:chgData name="소현 윤" userId="7f28c9c3aee009c4" providerId="LiveId" clId="{B1C53912-1FCA-4CD7-BEF0-E9D181EA6C4C}" dt="2024-12-11T20:31:12.266" v="2719" actId="47"/>
        <pc:sldMkLst>
          <pc:docMk/>
          <pc:sldMk cId="2728573502" sldId="264"/>
        </pc:sldMkLst>
      </pc:sldChg>
      <pc:sldChg chg="add del">
        <pc:chgData name="소현 윤" userId="7f28c9c3aee009c4" providerId="LiveId" clId="{B1C53912-1FCA-4CD7-BEF0-E9D181EA6C4C}" dt="2024-12-11T20:26:07.992" v="2639" actId="47"/>
        <pc:sldMkLst>
          <pc:docMk/>
          <pc:sldMk cId="2536022620" sldId="267"/>
        </pc:sldMkLst>
      </pc:sldChg>
      <pc:sldChg chg="add del">
        <pc:chgData name="소현 윤" userId="7f28c9c3aee009c4" providerId="LiveId" clId="{B1C53912-1FCA-4CD7-BEF0-E9D181EA6C4C}" dt="2024-12-11T20:26:10.464" v="2640" actId="47"/>
        <pc:sldMkLst>
          <pc:docMk/>
          <pc:sldMk cId="2388499448" sldId="268"/>
        </pc:sldMkLst>
      </pc:sldChg>
      <pc:sldChg chg="add del">
        <pc:chgData name="소현 윤" userId="7f28c9c3aee009c4" providerId="LiveId" clId="{B1C53912-1FCA-4CD7-BEF0-E9D181EA6C4C}" dt="2024-12-11T20:26:24.864" v="2641" actId="47"/>
        <pc:sldMkLst>
          <pc:docMk/>
          <pc:sldMk cId="600026517" sldId="269"/>
        </pc:sldMkLst>
      </pc:sldChg>
      <pc:sldChg chg="del">
        <pc:chgData name="소현 윤" userId="7f28c9c3aee009c4" providerId="LiveId" clId="{B1C53912-1FCA-4CD7-BEF0-E9D181EA6C4C}" dt="2024-12-11T20:27:48.944" v="2642" actId="47"/>
        <pc:sldMkLst>
          <pc:docMk/>
          <pc:sldMk cId="2130734594" sldId="270"/>
        </pc:sldMkLst>
      </pc:sldChg>
      <pc:sldChg chg="addSp delSp modSp mod">
        <pc:chgData name="소현 윤" userId="7f28c9c3aee009c4" providerId="LiveId" clId="{B1C53912-1FCA-4CD7-BEF0-E9D181EA6C4C}" dt="2024-12-11T20:33:44.652" v="2835" actId="1076"/>
        <pc:sldMkLst>
          <pc:docMk/>
          <pc:sldMk cId="4252709170" sldId="271"/>
        </pc:sldMkLst>
        <pc:picChg chg="add mod">
          <ac:chgData name="소현 윤" userId="7f28c9c3aee009c4" providerId="LiveId" clId="{B1C53912-1FCA-4CD7-BEF0-E9D181EA6C4C}" dt="2024-12-11T20:33:44.652" v="2835" actId="1076"/>
          <ac:picMkLst>
            <pc:docMk/>
            <pc:sldMk cId="4252709170" sldId="271"/>
            <ac:picMk id="9" creationId="{8C526E11-C4E0-87A8-F74E-F0FEF1E4DDA7}"/>
          </ac:picMkLst>
        </pc:picChg>
      </pc:sldChg>
      <pc:sldChg chg="delSp modSp del mod ord">
        <pc:chgData name="소현 윤" userId="7f28c9c3aee009c4" providerId="LiveId" clId="{B1C53912-1FCA-4CD7-BEF0-E9D181EA6C4C}" dt="2024-12-11T20:34:46.529" v="2852" actId="47"/>
        <pc:sldMkLst>
          <pc:docMk/>
          <pc:sldMk cId="46135644" sldId="272"/>
        </pc:sldMkLst>
      </pc:sldChg>
      <pc:sldChg chg="addSp delSp modSp mod">
        <pc:chgData name="소현 윤" userId="7f28c9c3aee009c4" providerId="LiveId" clId="{B1C53912-1FCA-4CD7-BEF0-E9D181EA6C4C}" dt="2024-12-11T21:59:08.945" v="4895" actId="20577"/>
        <pc:sldMkLst>
          <pc:docMk/>
          <pc:sldMk cId="1168363846" sldId="274"/>
        </pc:sldMkLst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3" creationId="{8D513EA0-212E-2628-DE32-E85493F3CFA6}"/>
          </ac:spMkLst>
        </pc:spChg>
        <pc:spChg chg="mod">
          <ac:chgData name="소현 윤" userId="7f28c9c3aee009c4" providerId="LiveId" clId="{B1C53912-1FCA-4CD7-BEF0-E9D181EA6C4C}" dt="2024-12-11T21:59:08.945" v="4895" actId="20577"/>
          <ac:spMkLst>
            <pc:docMk/>
            <pc:sldMk cId="1168363846" sldId="274"/>
            <ac:spMk id="16" creationId="{3EB2DAF5-7F82-7768-EEC6-3744FF1C6B9D}"/>
          </ac:spMkLst>
        </pc:spChg>
        <pc:spChg chg="add mod">
          <ac:chgData name="소현 윤" userId="7f28c9c3aee009c4" providerId="LiveId" clId="{B1C53912-1FCA-4CD7-BEF0-E9D181EA6C4C}" dt="2024-12-11T20:46:18.904" v="2970"/>
          <ac:spMkLst>
            <pc:docMk/>
            <pc:sldMk cId="1168363846" sldId="274"/>
            <ac:spMk id="34" creationId="{1D046530-8AA7-EB27-E035-7AD2F30EC9C4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36" creationId="{82698B59-ECC4-4638-CBAA-720EF94346AA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37" creationId="{19380FC6-773B-9AA0-A956-9F288F4277AC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38" creationId="{59ED0305-65DB-235F-3083-BDD21DECCD83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0" creationId="{97303352-2D56-6FFE-D3F9-F5976437DE8F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1" creationId="{CCFBF986-7F46-9EE5-3673-D533F39F9661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5" creationId="{8A274AEC-018E-0622-A0F5-A6D3DF9F2169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7" creationId="{1638C542-6AB8-7307-6F93-8228F0FFBE6B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8" creationId="{6EC08C23-15A8-E366-8BAD-7BC56D66E46C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49" creationId="{AB45A494-CD38-7481-8F83-4EA086E1B77C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50" creationId="{C2F14E05-5FE1-6D18-9720-F03A7935A9A2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51" creationId="{90E96CEC-21D9-9638-E6CD-DB6E1F066758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57" creationId="{F9A8B5F3-263C-28EF-C871-DFE23805F43C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70" creationId="{1FBC2A0B-86C3-E233-4155-7A839B87C963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72" creationId="{D3C131BD-07F6-4AB6-8295-7D7C5F7090E5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83" creationId="{EE95A216-62FF-E3F9-0FB2-8B5CE4A8E833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88" creationId="{10A46D71-8EF7-DA58-462C-0C9BEE12A256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94" creationId="{10294D5B-D1E9-CE52-5125-2D6E1CF3E093}"/>
          </ac:spMkLst>
        </pc:spChg>
        <pc:spChg chg="mod">
          <ac:chgData name="소현 윤" userId="7f28c9c3aee009c4" providerId="LiveId" clId="{B1C53912-1FCA-4CD7-BEF0-E9D181EA6C4C}" dt="2024-12-11T20:45:24.537" v="2966" actId="571"/>
          <ac:spMkLst>
            <pc:docMk/>
            <pc:sldMk cId="1168363846" sldId="274"/>
            <ac:spMk id="95" creationId="{AA0CAAFE-FCA3-BF11-0D45-F94B192E366E}"/>
          </ac:spMkLst>
        </pc:spChg>
        <pc:grpChg chg="mod">
          <ac:chgData name="소현 윤" userId="7f28c9c3aee009c4" providerId="LiveId" clId="{B1C53912-1FCA-4CD7-BEF0-E9D181EA6C4C}" dt="2024-12-11T20:45:24.537" v="2966" actId="571"/>
          <ac:grpSpMkLst>
            <pc:docMk/>
            <pc:sldMk cId="1168363846" sldId="274"/>
            <ac:grpSpMk id="63" creationId="{9C240219-AF07-0AD4-F62F-AF36FCA278BA}"/>
          </ac:grpSpMkLst>
        </pc:grpChg>
        <pc:grpChg chg="mod">
          <ac:chgData name="소현 윤" userId="7f28c9c3aee009c4" providerId="LiveId" clId="{B1C53912-1FCA-4CD7-BEF0-E9D181EA6C4C}" dt="2024-12-11T20:45:24.537" v="2966" actId="571"/>
          <ac:grpSpMkLst>
            <pc:docMk/>
            <pc:sldMk cId="1168363846" sldId="274"/>
            <ac:grpSpMk id="90" creationId="{C669F2DB-6067-8207-5155-0344F3D16ED2}"/>
          </ac:grpSpMkLst>
        </pc:grpChg>
        <pc:grpChg chg="mod">
          <ac:chgData name="소현 윤" userId="7f28c9c3aee009c4" providerId="LiveId" clId="{B1C53912-1FCA-4CD7-BEF0-E9D181EA6C4C}" dt="2024-12-11T20:45:24.537" v="2966" actId="571"/>
          <ac:grpSpMkLst>
            <pc:docMk/>
            <pc:sldMk cId="1168363846" sldId="274"/>
            <ac:grpSpMk id="91" creationId="{16FF2DAE-A80F-F9EF-EEAE-6A4E560B849E}"/>
          </ac:grpSpMkLst>
        </pc:grpChg>
        <pc:grpChg chg="mod">
          <ac:chgData name="소현 윤" userId="7f28c9c3aee009c4" providerId="LiveId" clId="{B1C53912-1FCA-4CD7-BEF0-E9D181EA6C4C}" dt="2024-12-11T20:45:24.537" v="2966" actId="571"/>
          <ac:grpSpMkLst>
            <pc:docMk/>
            <pc:sldMk cId="1168363846" sldId="274"/>
            <ac:grpSpMk id="92" creationId="{24C4C029-7F5F-E527-E941-94484B48900B}"/>
          </ac:grpSpMkLst>
        </pc:grpChg>
        <pc:grpChg chg="mod">
          <ac:chgData name="소현 윤" userId="7f28c9c3aee009c4" providerId="LiveId" clId="{B1C53912-1FCA-4CD7-BEF0-E9D181EA6C4C}" dt="2024-12-11T20:45:24.537" v="2966" actId="571"/>
          <ac:grpSpMkLst>
            <pc:docMk/>
            <pc:sldMk cId="1168363846" sldId="274"/>
            <ac:grpSpMk id="96" creationId="{B5684CCE-ECFE-AF06-9ACC-4A07402AF4DC}"/>
          </ac:grpSpMkLst>
        </pc:grpChg>
        <pc:picChg chg="add 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2" creationId="{F9F85773-ECA9-EB04-D096-E72A68095948}"/>
          </ac:picMkLst>
        </pc:picChg>
        <pc:picChg chg="add 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3" creationId="{FAC3FDAB-ECE1-B07D-31CA-25B7EC0ED219}"/>
          </ac:picMkLst>
        </pc:picChg>
        <pc:picChg chg="add 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4" creationId="{66445423-27C4-3FE3-4B51-2A1BF4E3FBA1}"/>
          </ac:picMkLst>
        </pc:picChg>
        <pc:picChg chg="add 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5" creationId="{6FBEF673-72CF-A21D-F260-1461354ABE81}"/>
          </ac:picMkLst>
        </pc:picChg>
        <pc:picChg chg="add mod modCrop">
          <ac:chgData name="소현 윤" userId="7f28c9c3aee009c4" providerId="LiveId" clId="{B1C53912-1FCA-4CD7-BEF0-E9D181EA6C4C}" dt="2024-12-11T20:37:16.973" v="2891" actId="732"/>
          <ac:picMkLst>
            <pc:docMk/>
            <pc:sldMk cId="1168363846" sldId="274"/>
            <ac:picMk id="17" creationId="{67E71F54-43A5-67A2-64A0-1A601A80C547}"/>
          </ac:picMkLst>
        </pc:picChg>
        <pc:picChg chg="add 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8" creationId="{E94F31CD-86CE-5A1B-16E8-E79CA42D30D4}"/>
          </ac:picMkLst>
        </pc:picChg>
        <pc:picChg chg="add 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19" creationId="{05E8C421-D2E3-2F82-B3AC-995E1722F8B1}"/>
          </ac:picMkLst>
        </pc:picChg>
        <pc:picChg chg="add 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0" creationId="{25198E6E-C599-A712-378C-C7FBF306C574}"/>
          </ac:picMkLst>
        </pc:picChg>
        <pc:picChg chg="add 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1" creationId="{3BC6ECB5-D99F-BAF8-5597-7300339D77CE}"/>
          </ac:picMkLst>
        </pc:picChg>
        <pc:picChg chg="add mod">
          <ac:chgData name="소현 윤" userId="7f28c9c3aee009c4" providerId="LiveId" clId="{B1C53912-1FCA-4CD7-BEF0-E9D181EA6C4C}" dt="2024-12-11T20:39:07.620" v="2901" actId="1076"/>
          <ac:picMkLst>
            <pc:docMk/>
            <pc:sldMk cId="1168363846" sldId="274"/>
            <ac:picMk id="22" creationId="{DAF34F85-D6DB-10E5-050B-49E471123094}"/>
          </ac:picMkLst>
        </pc:picChg>
        <pc:picChg chg="add mod ord modCrop">
          <ac:chgData name="소현 윤" userId="7f28c9c3aee009c4" providerId="LiveId" clId="{B1C53912-1FCA-4CD7-BEF0-E9D181EA6C4C}" dt="2024-12-11T20:40:19.276" v="2911" actId="167"/>
          <ac:picMkLst>
            <pc:docMk/>
            <pc:sldMk cId="1168363846" sldId="274"/>
            <ac:picMk id="23" creationId="{84EE345F-057C-5EC2-1677-81D485BB6F7A}"/>
          </ac:picMkLst>
        </pc:picChg>
        <pc:picChg chg="add mod modCrop">
          <ac:chgData name="소현 윤" userId="7f28c9c3aee009c4" providerId="LiveId" clId="{B1C53912-1FCA-4CD7-BEF0-E9D181EA6C4C}" dt="2024-12-11T20:41:54.998" v="2931" actId="14100"/>
          <ac:picMkLst>
            <pc:docMk/>
            <pc:sldMk cId="1168363846" sldId="274"/>
            <ac:picMk id="24" creationId="{E8916C5E-4E07-D49D-5254-619B97142BB0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5" creationId="{B73F355C-E8D6-EE23-1151-DC366540EEBA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6" creationId="{98E60A08-7F12-18B6-0678-C2630A90548D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7" creationId="{23CC4094-16F4-3C30-38CA-6B1CE4F63601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29" creationId="{A27924FC-B86B-C0A3-B0B5-8994BD830ABE}"/>
          </ac:picMkLst>
        </pc:picChg>
        <pc:picChg chg="add mod modCrop">
          <ac:chgData name="소현 윤" userId="7f28c9c3aee009c4" providerId="LiveId" clId="{B1C53912-1FCA-4CD7-BEF0-E9D181EA6C4C}" dt="2024-12-11T20:45:51.929" v="2968" actId="732"/>
          <ac:picMkLst>
            <pc:docMk/>
            <pc:sldMk cId="1168363846" sldId="274"/>
            <ac:picMk id="33" creationId="{E4E60E23-D856-9753-0976-405D8456DBC6}"/>
          </ac:picMkLst>
        </pc:picChg>
        <pc:picChg chg="add mod">
          <ac:chgData name="소현 윤" userId="7f28c9c3aee009c4" providerId="LiveId" clId="{B1C53912-1FCA-4CD7-BEF0-E9D181EA6C4C}" dt="2024-12-11T20:51:22.344" v="3016" actId="1076"/>
          <ac:picMkLst>
            <pc:docMk/>
            <pc:sldMk cId="1168363846" sldId="274"/>
            <ac:picMk id="35" creationId="{51C87E08-BB09-7494-D6AE-586931020703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84" creationId="{DCF83484-F7F8-F203-706A-19EF322515B4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85" creationId="{36CE5506-889D-E68B-2A74-58DB937EEC6C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86" creationId="{C734F87D-F363-2FEF-C88E-3531E53BC927}"/>
          </ac:picMkLst>
        </pc:picChg>
        <pc:picChg chg="mod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87" creationId="{0AB558FD-B643-17B6-CB50-4C9A343CD75A}"/>
          </ac:picMkLst>
        </pc:picChg>
        <pc:picChg chg="mod modCrop">
          <ac:chgData name="소현 윤" userId="7f28c9c3aee009c4" providerId="LiveId" clId="{B1C53912-1FCA-4CD7-BEF0-E9D181EA6C4C}" dt="2024-12-11T20:45:24.537" v="2966" actId="571"/>
          <ac:picMkLst>
            <pc:docMk/>
            <pc:sldMk cId="1168363846" sldId="274"/>
            <ac:picMk id="89" creationId="{0DBFF5F6-A37C-4BF8-433D-C27143805BD5}"/>
          </ac:picMkLst>
        </pc:pic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53" creationId="{21131209-9BF9-88C0-F73C-0E741997927D}"/>
          </ac:cxnSpMkLst>
        </pc:cxn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54" creationId="{DAFC37D0-622C-383D-CF3C-ABF437539F2F}"/>
          </ac:cxnSpMkLst>
        </pc:cxn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55" creationId="{CCE3208C-5965-91BE-31E5-E3C4AE53DA8F}"/>
          </ac:cxnSpMkLst>
        </pc:cxn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56" creationId="{5799A0BA-EE1D-B20C-2087-DE928CC4E170}"/>
          </ac:cxnSpMkLst>
        </pc:cxn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78" creationId="{E7F56411-4291-473B-B9B7-0CCD6970ED02}"/>
          </ac:cxnSpMkLst>
        </pc:cxnChg>
        <pc:cxnChg chg="mod">
          <ac:chgData name="소현 윤" userId="7f28c9c3aee009c4" providerId="LiveId" clId="{B1C53912-1FCA-4CD7-BEF0-E9D181EA6C4C}" dt="2024-12-11T20:45:24.537" v="2966" actId="571"/>
          <ac:cxnSpMkLst>
            <pc:docMk/>
            <pc:sldMk cId="1168363846" sldId="274"/>
            <ac:cxnSpMk id="81" creationId="{3B6F8E8D-1F80-45BE-4326-F0A664B6EE7E}"/>
          </ac:cxnSpMkLst>
        </pc:cxnChg>
      </pc:sldChg>
      <pc:sldChg chg="addSp delSp modSp mod">
        <pc:chgData name="소현 윤" userId="7f28c9c3aee009c4" providerId="LiveId" clId="{B1C53912-1FCA-4CD7-BEF0-E9D181EA6C4C}" dt="2024-12-11T21:59:12.227" v="4897" actId="20577"/>
        <pc:sldMkLst>
          <pc:docMk/>
          <pc:sldMk cId="552187587" sldId="275"/>
        </pc:sldMkLst>
        <pc:spChg chg="mod">
          <ac:chgData name="소현 윤" userId="7f28c9c3aee009c4" providerId="LiveId" clId="{B1C53912-1FCA-4CD7-BEF0-E9D181EA6C4C}" dt="2024-12-11T21:28:35.642" v="3533" actId="5793"/>
          <ac:spMkLst>
            <pc:docMk/>
            <pc:sldMk cId="552187587" sldId="275"/>
            <ac:spMk id="10" creationId="{A5EE8400-1A0A-C124-25E4-8880961FFD2B}"/>
          </ac:spMkLst>
        </pc:spChg>
        <pc:spChg chg="add mod">
          <ac:chgData name="소현 윤" userId="7f28c9c3aee009c4" providerId="LiveId" clId="{B1C53912-1FCA-4CD7-BEF0-E9D181EA6C4C}" dt="2024-12-11T21:30:10.879" v="3550" actId="1076"/>
          <ac:spMkLst>
            <pc:docMk/>
            <pc:sldMk cId="552187587" sldId="275"/>
            <ac:spMk id="11" creationId="{10CD85C7-CE92-4FC7-6E8E-ED38F041140E}"/>
          </ac:spMkLst>
        </pc:spChg>
        <pc:spChg chg="mod">
          <ac:chgData name="소현 윤" userId="7f28c9c3aee009c4" providerId="LiveId" clId="{B1C53912-1FCA-4CD7-BEF0-E9D181EA6C4C}" dt="2024-12-11T21:59:12.227" v="4897" actId="20577"/>
          <ac:spMkLst>
            <pc:docMk/>
            <pc:sldMk cId="552187587" sldId="275"/>
            <ac:spMk id="16" creationId="{19F38F8F-318A-FE72-2B7F-384E790BCE86}"/>
          </ac:spMkLst>
        </pc:spChg>
        <pc:spChg chg="add mod">
          <ac:chgData name="소현 윤" userId="7f28c9c3aee009c4" providerId="LiveId" clId="{B1C53912-1FCA-4CD7-BEF0-E9D181EA6C4C}" dt="2024-12-11T21:18:08.082" v="3077" actId="1076"/>
          <ac:spMkLst>
            <pc:docMk/>
            <pc:sldMk cId="552187587" sldId="275"/>
            <ac:spMk id="17" creationId="{DB9B67AC-34A8-D92E-1D9A-B2BE555E7519}"/>
          </ac:spMkLst>
        </pc:spChg>
        <pc:spChg chg="mod">
          <ac:chgData name="소현 윤" userId="7f28c9c3aee009c4" providerId="LiveId" clId="{B1C53912-1FCA-4CD7-BEF0-E9D181EA6C4C}" dt="2024-12-11T20:50:58.035" v="3011" actId="20577"/>
          <ac:spMkLst>
            <pc:docMk/>
            <pc:sldMk cId="552187587" sldId="275"/>
            <ac:spMk id="30" creationId="{2B62A075-ADB6-4B70-621B-35200789C67F}"/>
          </ac:spMkLst>
        </pc:spChg>
        <pc:picChg chg="add mod">
          <ac:chgData name="소현 윤" userId="7f28c9c3aee009c4" providerId="LiveId" clId="{B1C53912-1FCA-4CD7-BEF0-E9D181EA6C4C}" dt="2024-12-11T21:22:31.530" v="3157" actId="1076"/>
          <ac:picMkLst>
            <pc:docMk/>
            <pc:sldMk cId="552187587" sldId="275"/>
            <ac:picMk id="20" creationId="{F4FA1D07-0BA7-A811-9E19-51F58792F856}"/>
          </ac:picMkLst>
        </pc:picChg>
      </pc:sldChg>
      <pc:sldChg chg="del">
        <pc:chgData name="소현 윤" userId="7f28c9c3aee009c4" providerId="LiveId" clId="{B1C53912-1FCA-4CD7-BEF0-E9D181EA6C4C}" dt="2024-12-11T20:28:36.088" v="2646" actId="47"/>
        <pc:sldMkLst>
          <pc:docMk/>
          <pc:sldMk cId="2033146384" sldId="276"/>
        </pc:sldMkLst>
      </pc:sldChg>
      <pc:sldChg chg="modSp mod">
        <pc:chgData name="소현 윤" userId="7f28c9c3aee009c4" providerId="LiveId" clId="{B1C53912-1FCA-4CD7-BEF0-E9D181EA6C4C}" dt="2024-12-11T21:59:21.006" v="4901" actId="20577"/>
        <pc:sldMkLst>
          <pc:docMk/>
          <pc:sldMk cId="1850481518" sldId="277"/>
        </pc:sldMkLst>
        <pc:spChg chg="mod">
          <ac:chgData name="소현 윤" userId="7f28c9c3aee009c4" providerId="LiveId" clId="{B1C53912-1FCA-4CD7-BEF0-E9D181EA6C4C}" dt="2024-12-11T21:59:21.006" v="4901" actId="20577"/>
          <ac:spMkLst>
            <pc:docMk/>
            <pc:sldMk cId="1850481518" sldId="277"/>
            <ac:spMk id="16" creationId="{EDE4424E-B633-056C-4981-4076E8916EEA}"/>
          </ac:spMkLst>
        </pc:spChg>
      </pc:sldChg>
      <pc:sldChg chg="addSp modSp mod">
        <pc:chgData name="소현 윤" userId="7f28c9c3aee009c4" providerId="LiveId" clId="{B1C53912-1FCA-4CD7-BEF0-E9D181EA6C4C}" dt="2024-12-11T21:59:25.325" v="4903" actId="20577"/>
        <pc:sldMkLst>
          <pc:docMk/>
          <pc:sldMk cId="3870915022" sldId="278"/>
        </pc:sldMkLst>
        <pc:spChg chg="mod">
          <ac:chgData name="소현 윤" userId="7f28c9c3aee009c4" providerId="LiveId" clId="{B1C53912-1FCA-4CD7-BEF0-E9D181EA6C4C}" dt="2024-12-11T21:31:13.940" v="3610" actId="20577"/>
          <ac:spMkLst>
            <pc:docMk/>
            <pc:sldMk cId="3870915022" sldId="278"/>
            <ac:spMk id="2" creationId="{2F63692E-3E43-58CA-D920-4DB716660FD2}"/>
          </ac:spMkLst>
        </pc:spChg>
        <pc:spChg chg="add mod">
          <ac:chgData name="소현 윤" userId="7f28c9c3aee009c4" providerId="LiveId" clId="{B1C53912-1FCA-4CD7-BEF0-E9D181EA6C4C}" dt="2024-12-11T21:32:27.494" v="3635" actId="20577"/>
          <ac:spMkLst>
            <pc:docMk/>
            <pc:sldMk cId="3870915022" sldId="278"/>
            <ac:spMk id="3" creationId="{80077F57-7BD0-D428-5533-E709F5832B9D}"/>
          </ac:spMkLst>
        </pc:spChg>
        <pc:spChg chg="mod">
          <ac:chgData name="소현 윤" userId="7f28c9c3aee009c4" providerId="LiveId" clId="{B1C53912-1FCA-4CD7-BEF0-E9D181EA6C4C}" dt="2024-12-11T21:59:25.325" v="4903" actId="20577"/>
          <ac:spMkLst>
            <pc:docMk/>
            <pc:sldMk cId="3870915022" sldId="278"/>
            <ac:spMk id="16" creationId="{B10365F5-7546-232B-F440-54B37C743202}"/>
          </ac:spMkLst>
        </pc:spChg>
      </pc:sldChg>
      <pc:sldChg chg="addSp delSp modSp mod">
        <pc:chgData name="소현 윤" userId="7f28c9c3aee009c4" providerId="LiveId" clId="{B1C53912-1FCA-4CD7-BEF0-E9D181EA6C4C}" dt="2024-12-11T21:59:36.076" v="4907"/>
        <pc:sldMkLst>
          <pc:docMk/>
          <pc:sldMk cId="2707915652" sldId="279"/>
        </pc:sldMkLst>
        <pc:spChg chg="mod">
          <ac:chgData name="소현 윤" userId="7f28c9c3aee009c4" providerId="LiveId" clId="{B1C53912-1FCA-4CD7-BEF0-E9D181EA6C4C}" dt="2024-12-11T21:33:46.864" v="3703" actId="20577"/>
          <ac:spMkLst>
            <pc:docMk/>
            <pc:sldMk cId="2707915652" sldId="279"/>
            <ac:spMk id="2" creationId="{56AC7076-F7A4-E3C2-E717-59C8B3559C45}"/>
          </ac:spMkLst>
        </pc:spChg>
        <pc:spChg chg="add mod">
          <ac:chgData name="소현 윤" userId="7f28c9c3aee009c4" providerId="LiveId" clId="{B1C53912-1FCA-4CD7-BEF0-E9D181EA6C4C}" dt="2024-12-11T21:35:13.819" v="3739" actId="20577"/>
          <ac:spMkLst>
            <pc:docMk/>
            <pc:sldMk cId="2707915652" sldId="279"/>
            <ac:spMk id="7" creationId="{612C044C-FDD5-3457-B5CB-89EFEC224652}"/>
          </ac:spMkLst>
        </pc:spChg>
        <pc:spChg chg="add mod">
          <ac:chgData name="소현 윤" userId="7f28c9c3aee009c4" providerId="LiveId" clId="{B1C53912-1FCA-4CD7-BEF0-E9D181EA6C4C}" dt="2024-12-11T21:59:36.076" v="4907"/>
          <ac:spMkLst>
            <pc:docMk/>
            <pc:sldMk cId="2707915652" sldId="279"/>
            <ac:spMk id="9" creationId="{CE8559D1-1108-09F0-0364-6D66215AD3BB}"/>
          </ac:spMkLst>
        </pc:spChg>
        <pc:graphicFrameChg chg="add del mod modGraphic">
          <ac:chgData name="소현 윤" userId="7f28c9c3aee009c4" providerId="LiveId" clId="{B1C53912-1FCA-4CD7-BEF0-E9D181EA6C4C}" dt="2024-12-11T21:34:21.387" v="3711" actId="2711"/>
          <ac:graphicFrameMkLst>
            <pc:docMk/>
            <pc:sldMk cId="2707915652" sldId="279"/>
            <ac:graphicFrameMk id="3" creationId="{EE0D6F3B-1375-6238-99F4-91564DA7C75C}"/>
          </ac:graphicFrameMkLst>
        </pc:graphicFrameChg>
      </pc:sldChg>
      <pc:sldChg chg="addSp delSp modSp mod">
        <pc:chgData name="소현 윤" userId="7f28c9c3aee009c4" providerId="LiveId" clId="{B1C53912-1FCA-4CD7-BEF0-E9D181EA6C4C}" dt="2024-12-11T21:59:40.204" v="4909"/>
        <pc:sldMkLst>
          <pc:docMk/>
          <pc:sldMk cId="3650787462" sldId="280"/>
        </pc:sldMkLst>
        <pc:spChg chg="add mod">
          <ac:chgData name="소현 윤" userId="7f28c9c3aee009c4" providerId="LiveId" clId="{B1C53912-1FCA-4CD7-BEF0-E9D181EA6C4C}" dt="2024-12-11T21:37:31.089" v="3761" actId="20577"/>
          <ac:spMkLst>
            <pc:docMk/>
            <pc:sldMk cId="3650787462" sldId="280"/>
            <ac:spMk id="5" creationId="{5D9D7057-FB07-A886-AB10-367798DFE2DA}"/>
          </ac:spMkLst>
        </pc:spChg>
        <pc:spChg chg="add mod">
          <ac:chgData name="소현 윤" userId="7f28c9c3aee009c4" providerId="LiveId" clId="{B1C53912-1FCA-4CD7-BEF0-E9D181EA6C4C}" dt="2024-12-11T21:59:40.204" v="4909"/>
          <ac:spMkLst>
            <pc:docMk/>
            <pc:sldMk cId="3650787462" sldId="280"/>
            <ac:spMk id="7" creationId="{A7A16121-8E31-4FDD-CF03-EF1534F3C1C5}"/>
          </ac:spMkLst>
        </pc:spChg>
        <pc:graphicFrameChg chg="mod modGraphic">
          <ac:chgData name="소현 윤" userId="7f28c9c3aee009c4" providerId="LiveId" clId="{B1C53912-1FCA-4CD7-BEF0-E9D181EA6C4C}" dt="2024-12-11T21:54:14.438" v="4827" actId="113"/>
          <ac:graphicFrameMkLst>
            <pc:docMk/>
            <pc:sldMk cId="3650787462" sldId="280"/>
            <ac:graphicFrameMk id="2" creationId="{C99907BA-9085-42AA-A102-F690188196C1}"/>
          </ac:graphicFrameMkLst>
        </pc:graphicFrameChg>
        <pc:graphicFrameChg chg="mod modGraphic">
          <ac:chgData name="소현 윤" userId="7f28c9c3aee009c4" providerId="LiveId" clId="{B1C53912-1FCA-4CD7-BEF0-E9D181EA6C4C}" dt="2024-12-11T21:56:20.419" v="4852" actId="113"/>
          <ac:graphicFrameMkLst>
            <pc:docMk/>
            <pc:sldMk cId="3650787462" sldId="280"/>
            <ac:graphicFrameMk id="10" creationId="{7C51EB1E-50DA-7903-DFA4-126B350AD791}"/>
          </ac:graphicFrameMkLst>
        </pc:graphicFrameChg>
      </pc:sldChg>
      <pc:sldChg chg="addSp modSp mod">
        <pc:chgData name="소현 윤" userId="7f28c9c3aee009c4" providerId="LiveId" clId="{B1C53912-1FCA-4CD7-BEF0-E9D181EA6C4C}" dt="2024-12-11T21:59:52.906" v="4915" actId="20577"/>
        <pc:sldMkLst>
          <pc:docMk/>
          <pc:sldMk cId="3927697593" sldId="281"/>
        </pc:sldMkLst>
        <pc:spChg chg="mod">
          <ac:chgData name="소현 윤" userId="7f28c9c3aee009c4" providerId="LiveId" clId="{B1C53912-1FCA-4CD7-BEF0-E9D181EA6C4C}" dt="2024-12-11T21:49:31.388" v="4631" actId="12"/>
          <ac:spMkLst>
            <pc:docMk/>
            <pc:sldMk cId="3927697593" sldId="281"/>
            <ac:spMk id="3" creationId="{F40A56AA-E65A-E02A-F8F5-1A2C19750917}"/>
          </ac:spMkLst>
        </pc:spChg>
        <pc:spChg chg="add mod">
          <ac:chgData name="소현 윤" userId="7f28c9c3aee009c4" providerId="LiveId" clId="{B1C53912-1FCA-4CD7-BEF0-E9D181EA6C4C}" dt="2024-12-11T21:47:48.703" v="4592" actId="12"/>
          <ac:spMkLst>
            <pc:docMk/>
            <pc:sldMk cId="3927697593" sldId="281"/>
            <ac:spMk id="5" creationId="{47BF9108-0E52-0673-38F6-9CC1E586FF4A}"/>
          </ac:spMkLst>
        </pc:spChg>
        <pc:spChg chg="mod">
          <ac:chgData name="소현 윤" userId="7f28c9c3aee009c4" providerId="LiveId" clId="{B1C53912-1FCA-4CD7-BEF0-E9D181EA6C4C}" dt="2024-12-11T21:59:52.906" v="4915" actId="20577"/>
          <ac:spMkLst>
            <pc:docMk/>
            <pc:sldMk cId="3927697593" sldId="281"/>
            <ac:spMk id="16" creationId="{FA03AFC4-D7E0-19F2-6902-4FEE233348DD}"/>
          </ac:spMkLst>
        </pc:spChg>
        <pc:graphicFrameChg chg="mod modGraphic">
          <ac:chgData name="소현 윤" userId="7f28c9c3aee009c4" providerId="LiveId" clId="{B1C53912-1FCA-4CD7-BEF0-E9D181EA6C4C}" dt="2024-12-11T21:51:26.008" v="4739" actId="20577"/>
          <ac:graphicFrameMkLst>
            <pc:docMk/>
            <pc:sldMk cId="3927697593" sldId="281"/>
            <ac:graphicFrameMk id="4" creationId="{333267F8-1AB5-0630-5CFC-F3CE9CA78638}"/>
          </ac:graphicFrameMkLst>
        </pc:graphicFrameChg>
      </pc:sldChg>
      <pc:sldChg chg="modSp mod">
        <pc:chgData name="소현 윤" userId="7f28c9c3aee009c4" providerId="LiveId" clId="{B1C53912-1FCA-4CD7-BEF0-E9D181EA6C4C}" dt="2024-12-12T07:39:32.331" v="5217" actId="1076"/>
        <pc:sldMkLst>
          <pc:docMk/>
          <pc:sldMk cId="2036941635" sldId="282"/>
        </pc:sldMkLst>
        <pc:spChg chg="mod">
          <ac:chgData name="소현 윤" userId="7f28c9c3aee009c4" providerId="LiveId" clId="{B1C53912-1FCA-4CD7-BEF0-E9D181EA6C4C}" dt="2024-12-12T07:39:32.331" v="5217" actId="1076"/>
          <ac:spMkLst>
            <pc:docMk/>
            <pc:sldMk cId="2036941635" sldId="282"/>
            <ac:spMk id="16" creationId="{16F01999-9337-E5EE-F73B-2114DAA8CEB4}"/>
          </ac:spMkLst>
        </pc:spChg>
      </pc:sldChg>
      <pc:sldChg chg="del">
        <pc:chgData name="소현 윤" userId="7f28c9c3aee009c4" providerId="LiveId" clId="{B1C53912-1FCA-4CD7-BEF0-E9D181EA6C4C}" dt="2024-12-11T20:28:33.941" v="2645" actId="47"/>
        <pc:sldMkLst>
          <pc:docMk/>
          <pc:sldMk cId="1105825378" sldId="283"/>
        </pc:sldMkLst>
      </pc:sldChg>
      <pc:sldChg chg="addSp delSp modSp mod">
        <pc:chgData name="소현 윤" userId="7f28c9c3aee009c4" providerId="LiveId" clId="{B1C53912-1FCA-4CD7-BEF0-E9D181EA6C4C}" dt="2024-12-11T21:59:44.400" v="4911"/>
        <pc:sldMkLst>
          <pc:docMk/>
          <pc:sldMk cId="1186934412" sldId="284"/>
        </pc:sldMkLst>
        <pc:spChg chg="mod">
          <ac:chgData name="소현 윤" userId="7f28c9c3aee009c4" providerId="LiveId" clId="{B1C53912-1FCA-4CD7-BEF0-E9D181EA6C4C}" dt="2024-12-11T21:36:33.250" v="3754" actId="20577"/>
          <ac:spMkLst>
            <pc:docMk/>
            <pc:sldMk cId="1186934412" sldId="284"/>
            <ac:spMk id="3" creationId="{03A6B8D4-2DF7-82BC-4590-C39421CD6EC3}"/>
          </ac:spMkLst>
        </pc:spChg>
        <pc:spChg chg="add mod">
          <ac:chgData name="소현 윤" userId="7f28c9c3aee009c4" providerId="LiveId" clId="{B1C53912-1FCA-4CD7-BEF0-E9D181EA6C4C}" dt="2024-12-11T21:36:23.610" v="3748" actId="1076"/>
          <ac:spMkLst>
            <pc:docMk/>
            <pc:sldMk cId="1186934412" sldId="284"/>
            <ac:spMk id="9" creationId="{DE27BC69-87AA-5F60-1ED3-CF54683C2D98}"/>
          </ac:spMkLst>
        </pc:spChg>
        <pc:spChg chg="add mod">
          <ac:chgData name="소현 윤" userId="7f28c9c3aee009c4" providerId="LiveId" clId="{B1C53912-1FCA-4CD7-BEF0-E9D181EA6C4C}" dt="2024-12-11T21:38:08.837" v="3837" actId="1076"/>
          <ac:spMkLst>
            <pc:docMk/>
            <pc:sldMk cId="1186934412" sldId="284"/>
            <ac:spMk id="11" creationId="{8AB8827E-AF9F-A7DB-A430-CC983CEBB24E}"/>
          </ac:spMkLst>
        </pc:spChg>
        <pc:spChg chg="add mod">
          <ac:chgData name="소현 윤" userId="7f28c9c3aee009c4" providerId="LiveId" clId="{B1C53912-1FCA-4CD7-BEF0-E9D181EA6C4C}" dt="2024-12-11T21:59:44.400" v="4911"/>
          <ac:spMkLst>
            <pc:docMk/>
            <pc:sldMk cId="1186934412" sldId="284"/>
            <ac:spMk id="12" creationId="{694510EB-BC7B-A5CB-4D43-D76D71B40E72}"/>
          </ac:spMkLst>
        </pc:spChg>
        <pc:graphicFrameChg chg="mod modGraphic">
          <ac:chgData name="소현 윤" userId="7f28c9c3aee009c4" providerId="LiveId" clId="{B1C53912-1FCA-4CD7-BEF0-E9D181EA6C4C}" dt="2024-12-11T21:58:35.455" v="4893" actId="113"/>
          <ac:graphicFrameMkLst>
            <pc:docMk/>
            <pc:sldMk cId="1186934412" sldId="284"/>
            <ac:graphicFrameMk id="2" creationId="{971E0911-D41B-4156-0CF0-A5BDF7AE98BF}"/>
          </ac:graphicFrameMkLst>
        </pc:graphicFrameChg>
        <pc:graphicFrameChg chg="add mod modGraphic">
          <ac:chgData name="소현 윤" userId="7f28c9c3aee009c4" providerId="LiveId" clId="{B1C53912-1FCA-4CD7-BEF0-E9D181EA6C4C}" dt="2024-12-11T21:58:15.629" v="4889" actId="2711"/>
          <ac:graphicFrameMkLst>
            <pc:docMk/>
            <pc:sldMk cId="1186934412" sldId="284"/>
            <ac:graphicFrameMk id="7" creationId="{5612B322-9E02-5625-0219-E62D54DC4C4C}"/>
          </ac:graphicFrameMkLst>
        </pc:graphicFrameChg>
      </pc:sldChg>
      <pc:sldChg chg="addSp delSp modSp mod">
        <pc:chgData name="소현 윤" userId="7f28c9c3aee009c4" providerId="LiveId" clId="{B1C53912-1FCA-4CD7-BEF0-E9D181EA6C4C}" dt="2024-12-11T21:59:48.204" v="4913"/>
        <pc:sldMkLst>
          <pc:docMk/>
          <pc:sldMk cId="1717737864" sldId="285"/>
        </pc:sldMkLst>
        <pc:spChg chg="add mod">
          <ac:chgData name="소현 윤" userId="7f28c9c3aee009c4" providerId="LiveId" clId="{B1C53912-1FCA-4CD7-BEF0-E9D181EA6C4C}" dt="2024-12-11T21:42:12.578" v="3955" actId="12"/>
          <ac:spMkLst>
            <pc:docMk/>
            <pc:sldMk cId="1717737864" sldId="285"/>
            <ac:spMk id="2" creationId="{BDBC592D-244D-9CB6-FA66-CFFB1C94D129}"/>
          </ac:spMkLst>
        </pc:spChg>
        <pc:spChg chg="mod">
          <ac:chgData name="소현 윤" userId="7f28c9c3aee009c4" providerId="LiveId" clId="{B1C53912-1FCA-4CD7-BEF0-E9D181EA6C4C}" dt="2024-12-11T21:52:13.439" v="4753" actId="403"/>
          <ac:spMkLst>
            <pc:docMk/>
            <pc:sldMk cId="1717737864" sldId="285"/>
            <ac:spMk id="5" creationId="{CE7CE64F-E6A1-0344-C9F9-F0CF87902199}"/>
          </ac:spMkLst>
        </pc:spChg>
        <pc:spChg chg="add mod">
          <ac:chgData name="소현 윤" userId="7f28c9c3aee009c4" providerId="LiveId" clId="{B1C53912-1FCA-4CD7-BEF0-E9D181EA6C4C}" dt="2024-12-11T21:59:48.204" v="4913"/>
          <ac:spMkLst>
            <pc:docMk/>
            <pc:sldMk cId="1717737864" sldId="285"/>
            <ac:spMk id="10" creationId="{BCCF5013-55FB-370D-D16D-317BA22197F7}"/>
          </ac:spMkLst>
        </pc:spChg>
        <pc:spChg chg="mod">
          <ac:chgData name="소현 윤" userId="7f28c9c3aee009c4" providerId="LiveId" clId="{B1C53912-1FCA-4CD7-BEF0-E9D181EA6C4C}" dt="2024-12-11T21:41:39.413" v="3949" actId="20577"/>
          <ac:spMkLst>
            <pc:docMk/>
            <pc:sldMk cId="1717737864" sldId="285"/>
            <ac:spMk id="30" creationId="{8E2444F0-DDC5-28C9-B209-EE84093FCF45}"/>
          </ac:spMkLst>
        </pc:spChg>
        <pc:graphicFrameChg chg="add mod modGraphic">
          <ac:chgData name="소현 윤" userId="7f28c9c3aee009c4" providerId="LiveId" clId="{B1C53912-1FCA-4CD7-BEF0-E9D181EA6C4C}" dt="2024-12-11T21:42:45.976" v="3958" actId="2711"/>
          <ac:graphicFrameMkLst>
            <pc:docMk/>
            <pc:sldMk cId="1717737864" sldId="285"/>
            <ac:graphicFrameMk id="3" creationId="{FA10CCB5-08CF-D46E-8204-4FA41539246B}"/>
          </ac:graphicFrameMkLst>
        </pc:graphicFrameChg>
      </pc:sldChg>
      <pc:sldChg chg="del">
        <pc:chgData name="소현 윤" userId="7f28c9c3aee009c4" providerId="LiveId" clId="{B1C53912-1FCA-4CD7-BEF0-E9D181EA6C4C}" dt="2024-12-11T20:10:39.327" v="2163" actId="47"/>
        <pc:sldMkLst>
          <pc:docMk/>
          <pc:sldMk cId="51670954" sldId="286"/>
        </pc:sldMkLst>
      </pc:sldChg>
      <pc:sldChg chg="addSp delSp modSp mod">
        <pc:chgData name="소현 윤" userId="7f28c9c3aee009c4" providerId="LiveId" clId="{B1C53912-1FCA-4CD7-BEF0-E9D181EA6C4C}" dt="2024-12-11T21:59:32.468" v="4905"/>
        <pc:sldMkLst>
          <pc:docMk/>
          <pc:sldMk cId="3250338793" sldId="287"/>
        </pc:sldMkLst>
        <pc:spChg chg="add mod">
          <ac:chgData name="소현 윤" userId="7f28c9c3aee009c4" providerId="LiveId" clId="{B1C53912-1FCA-4CD7-BEF0-E9D181EA6C4C}" dt="2024-12-11T21:59:32.468" v="4905"/>
          <ac:spMkLst>
            <pc:docMk/>
            <pc:sldMk cId="3250338793" sldId="287"/>
            <ac:spMk id="2" creationId="{4C787F17-2C36-3B5F-BA15-91B06C99263D}"/>
          </ac:spMkLst>
        </pc:spChg>
      </pc:sldChg>
      <pc:sldChg chg="del">
        <pc:chgData name="소현 윤" userId="7f28c9c3aee009c4" providerId="LiveId" clId="{B1C53912-1FCA-4CD7-BEF0-E9D181EA6C4C}" dt="2024-12-11T20:07:30.881" v="2153" actId="47"/>
        <pc:sldMkLst>
          <pc:docMk/>
          <pc:sldMk cId="3377759872" sldId="290"/>
        </pc:sldMkLst>
      </pc:sldChg>
      <pc:sldChg chg="del">
        <pc:chgData name="소현 윤" userId="7f28c9c3aee009c4" providerId="LiveId" clId="{B1C53912-1FCA-4CD7-BEF0-E9D181EA6C4C}" dt="2024-12-11T20:07:31.937" v="2154" actId="47"/>
        <pc:sldMkLst>
          <pc:docMk/>
          <pc:sldMk cId="1352537677" sldId="291"/>
        </pc:sldMkLst>
      </pc:sldChg>
      <pc:sldChg chg="del">
        <pc:chgData name="소현 윤" userId="7f28c9c3aee009c4" providerId="LiveId" clId="{B1C53912-1FCA-4CD7-BEF0-E9D181EA6C4C}" dt="2024-12-11T20:07:33.722" v="2155" actId="47"/>
        <pc:sldMkLst>
          <pc:docMk/>
          <pc:sldMk cId="2950638358" sldId="292"/>
        </pc:sldMkLst>
      </pc:sldChg>
      <pc:sldChg chg="del">
        <pc:chgData name="소현 윤" userId="7f28c9c3aee009c4" providerId="LiveId" clId="{B1C53912-1FCA-4CD7-BEF0-E9D181EA6C4C}" dt="2024-12-11T21:41:09.449" v="3910" actId="47"/>
        <pc:sldMkLst>
          <pc:docMk/>
          <pc:sldMk cId="3839344436" sldId="293"/>
        </pc:sldMkLst>
      </pc:sldChg>
      <pc:sldChg chg="addSp delSp modSp add mod">
        <pc:chgData name="소현 윤" userId="7f28c9c3aee009c4" providerId="LiveId" clId="{B1C53912-1FCA-4CD7-BEF0-E9D181EA6C4C}" dt="2024-12-11T20:24:39.892" v="2626" actId="20577"/>
        <pc:sldMkLst>
          <pc:docMk/>
          <pc:sldMk cId="3850720018" sldId="294"/>
        </pc:sldMkLst>
        <pc:spChg chg="mod">
          <ac:chgData name="소현 윤" userId="7f28c9c3aee009c4" providerId="LiveId" clId="{B1C53912-1FCA-4CD7-BEF0-E9D181EA6C4C}" dt="2024-12-11T20:17:39.208" v="2255" actId="2710"/>
          <ac:spMkLst>
            <pc:docMk/>
            <pc:sldMk cId="3850720018" sldId="294"/>
            <ac:spMk id="14" creationId="{505281FA-27C2-DEB2-0E71-0D6471602D31}"/>
          </ac:spMkLst>
        </pc:spChg>
        <pc:spChg chg="mod">
          <ac:chgData name="소현 윤" userId="7f28c9c3aee009c4" providerId="LiveId" clId="{B1C53912-1FCA-4CD7-BEF0-E9D181EA6C4C}" dt="2024-12-11T20:24:39.892" v="2626" actId="20577"/>
          <ac:spMkLst>
            <pc:docMk/>
            <pc:sldMk cId="3850720018" sldId="294"/>
            <ac:spMk id="16" creationId="{311C1ECD-8FC3-93E7-0646-CFD62CFA22D7}"/>
          </ac:spMkLst>
        </pc:spChg>
        <pc:spChg chg="mod">
          <ac:chgData name="소현 윤" userId="7f28c9c3aee009c4" providerId="LiveId" clId="{B1C53912-1FCA-4CD7-BEF0-E9D181EA6C4C}" dt="2024-12-11T20:11:49.541" v="2192" actId="14100"/>
          <ac:spMkLst>
            <pc:docMk/>
            <pc:sldMk cId="3850720018" sldId="294"/>
            <ac:spMk id="30" creationId="{0EF6D62F-29D3-3302-1567-974DD52DF9C9}"/>
          </ac:spMkLst>
        </pc:spChg>
        <pc:grpChg chg="add del mod">
          <ac:chgData name="소현 윤" userId="7f28c9c3aee009c4" providerId="LiveId" clId="{B1C53912-1FCA-4CD7-BEF0-E9D181EA6C4C}" dt="2024-12-11T20:11:32.011" v="2188" actId="14100"/>
          <ac:grpSpMkLst>
            <pc:docMk/>
            <pc:sldMk cId="3850720018" sldId="294"/>
            <ac:grpSpMk id="32" creationId="{98C5754A-226B-1CC0-6664-DB8A01F67891}"/>
          </ac:grpSpMkLst>
        </pc:grpChg>
      </pc:sldChg>
      <pc:sldChg chg="addSp delSp modSp add mod">
        <pc:chgData name="소현 윤" userId="7f28c9c3aee009c4" providerId="LiveId" clId="{B1C53912-1FCA-4CD7-BEF0-E9D181EA6C4C}" dt="2024-12-11T20:15:37.977" v="2220" actId="478"/>
        <pc:sldMkLst>
          <pc:docMk/>
          <pc:sldMk cId="3622467294" sldId="295"/>
        </pc:sldMkLst>
        <pc:spChg chg="mod">
          <ac:chgData name="소현 윤" userId="7f28c9c3aee009c4" providerId="LiveId" clId="{B1C53912-1FCA-4CD7-BEF0-E9D181EA6C4C}" dt="2024-12-11T20:07:06.845" v="2152" actId="20577"/>
          <ac:spMkLst>
            <pc:docMk/>
            <pc:sldMk cId="3622467294" sldId="295"/>
            <ac:spMk id="14" creationId="{FC31F52C-4E68-31AB-9A5F-BC5107442628}"/>
          </ac:spMkLst>
        </pc:spChg>
        <pc:spChg chg="mod">
          <ac:chgData name="소현 윤" userId="7f28c9c3aee009c4" providerId="LiveId" clId="{B1C53912-1FCA-4CD7-BEF0-E9D181EA6C4C}" dt="2024-12-11T20:01:20.284" v="983" actId="20577"/>
          <ac:spMkLst>
            <pc:docMk/>
            <pc:sldMk cId="3622467294" sldId="295"/>
            <ac:spMk id="30" creationId="{54ABE9DD-160E-3A24-DE05-43CE726469AC}"/>
          </ac:spMkLst>
        </pc:spChg>
      </pc:sldChg>
      <pc:sldChg chg="addSp delSp modSp add mod">
        <pc:chgData name="소현 윤" userId="7f28c9c3aee009c4" providerId="LiveId" clId="{B1C53912-1FCA-4CD7-BEF0-E9D181EA6C4C}" dt="2024-12-11T20:32:39.586" v="2829" actId="1076"/>
        <pc:sldMkLst>
          <pc:docMk/>
          <pc:sldMk cId="1195029101" sldId="296"/>
        </pc:sldMkLst>
        <pc:spChg chg="add mod">
          <ac:chgData name="소현 윤" userId="7f28c9c3aee009c4" providerId="LiveId" clId="{B1C53912-1FCA-4CD7-BEF0-E9D181EA6C4C}" dt="2024-12-11T20:30:56.701" v="2718"/>
          <ac:spMkLst>
            <pc:docMk/>
            <pc:sldMk cId="1195029101" sldId="296"/>
            <ac:spMk id="2" creationId="{C31F4A10-CDDB-4A0B-EB36-D21FD49450E2}"/>
          </ac:spMkLst>
        </pc:spChg>
        <pc:spChg chg="mod">
          <ac:chgData name="소현 윤" userId="7f28c9c3aee009c4" providerId="LiveId" clId="{B1C53912-1FCA-4CD7-BEF0-E9D181EA6C4C}" dt="2024-12-11T20:31:22.874" v="2722"/>
          <ac:spMkLst>
            <pc:docMk/>
            <pc:sldMk cId="1195029101" sldId="296"/>
            <ac:spMk id="5" creationId="{E4658736-8E9C-85FF-FF5B-07809D77B0A4}"/>
          </ac:spMkLst>
        </pc:spChg>
        <pc:spChg chg="mod">
          <ac:chgData name="소현 윤" userId="7f28c9c3aee009c4" providerId="LiveId" clId="{B1C53912-1FCA-4CD7-BEF0-E9D181EA6C4C}" dt="2024-12-11T20:31:50.689" v="2824" actId="14100"/>
          <ac:spMkLst>
            <pc:docMk/>
            <pc:sldMk cId="1195029101" sldId="296"/>
            <ac:spMk id="7" creationId="{FF866F97-F450-9365-40EA-3858CF0BE68E}"/>
          </ac:spMkLst>
        </pc:spChg>
        <pc:spChg chg="add mod">
          <ac:chgData name="소현 윤" userId="7f28c9c3aee009c4" providerId="LiveId" clId="{B1C53912-1FCA-4CD7-BEF0-E9D181EA6C4C}" dt="2024-12-11T20:31:32.044" v="2724"/>
          <ac:spMkLst>
            <pc:docMk/>
            <pc:sldMk cId="1195029101" sldId="296"/>
            <ac:spMk id="9" creationId="{DF996864-F2E3-FF9F-9B39-1236154C359B}"/>
          </ac:spMkLst>
        </pc:spChg>
        <pc:grpChg chg="add mod">
          <ac:chgData name="소현 윤" userId="7f28c9c3aee009c4" providerId="LiveId" clId="{B1C53912-1FCA-4CD7-BEF0-E9D181EA6C4C}" dt="2024-12-11T20:31:22.874" v="2722"/>
          <ac:grpSpMkLst>
            <pc:docMk/>
            <pc:sldMk cId="1195029101" sldId="296"/>
            <ac:grpSpMk id="3" creationId="{345319C6-D4EB-3EF0-857F-B9B80951870B}"/>
          </ac:grpSpMkLst>
        </pc:grpChg>
        <pc:picChg chg="add mod">
          <ac:chgData name="소현 윤" userId="7f28c9c3aee009c4" providerId="LiveId" clId="{B1C53912-1FCA-4CD7-BEF0-E9D181EA6C4C}" dt="2024-12-11T20:32:39.586" v="2829" actId="1076"/>
          <ac:picMkLst>
            <pc:docMk/>
            <pc:sldMk cId="1195029101" sldId="296"/>
            <ac:picMk id="11" creationId="{E5E27E2D-2E6B-7092-AAEE-0CF8BD51E7D3}"/>
          </ac:picMkLst>
        </pc:picChg>
      </pc:sldChg>
      <pc:sldChg chg="addSp delSp modSp add mod">
        <pc:chgData name="소현 윤" userId="7f28c9c3aee009c4" providerId="LiveId" clId="{B1C53912-1FCA-4CD7-BEF0-E9D181EA6C4C}" dt="2024-12-11T21:59:17.025" v="4899" actId="20577"/>
        <pc:sldMkLst>
          <pc:docMk/>
          <pc:sldMk cId="3057840664" sldId="297"/>
        </pc:sldMkLst>
        <pc:spChg chg="mod">
          <ac:chgData name="소현 윤" userId="7f28c9c3aee009c4" providerId="LiveId" clId="{B1C53912-1FCA-4CD7-BEF0-E9D181EA6C4C}" dt="2024-12-11T21:29:57.868" v="3548" actId="20577"/>
          <ac:spMkLst>
            <pc:docMk/>
            <pc:sldMk cId="3057840664" sldId="297"/>
            <ac:spMk id="10" creationId="{D534D111-377F-41BD-6478-7660DA0296C3}"/>
          </ac:spMkLst>
        </pc:spChg>
        <pc:spChg chg="mod">
          <ac:chgData name="소현 윤" userId="7f28c9c3aee009c4" providerId="LiveId" clId="{B1C53912-1FCA-4CD7-BEF0-E9D181EA6C4C}" dt="2024-12-11T21:30:17.011" v="3552" actId="1076"/>
          <ac:spMkLst>
            <pc:docMk/>
            <pc:sldMk cId="3057840664" sldId="297"/>
            <ac:spMk id="11" creationId="{AFFA5D01-B66D-9370-AACC-E0DC983B01E2}"/>
          </ac:spMkLst>
        </pc:spChg>
        <pc:spChg chg="mod">
          <ac:chgData name="소현 윤" userId="7f28c9c3aee009c4" providerId="LiveId" clId="{B1C53912-1FCA-4CD7-BEF0-E9D181EA6C4C}" dt="2024-12-11T21:59:17.025" v="4899" actId="20577"/>
          <ac:spMkLst>
            <pc:docMk/>
            <pc:sldMk cId="3057840664" sldId="297"/>
            <ac:spMk id="16" creationId="{217A67A0-95A9-D1BC-2775-E24D7E9F6EF9}"/>
          </ac:spMkLst>
        </pc:spChg>
        <pc:picChg chg="add del mod">
          <ac:chgData name="소현 윤" userId="7f28c9c3aee009c4" providerId="LiveId" clId="{B1C53912-1FCA-4CD7-BEF0-E9D181EA6C4C}" dt="2024-12-11T21:29:07.608" v="3539" actId="1076"/>
          <ac:picMkLst>
            <pc:docMk/>
            <pc:sldMk cId="3057840664" sldId="297"/>
            <ac:picMk id="1025" creationId="{6A4147EB-2F0A-6C38-B1B1-57E5B23DFC71}"/>
          </ac:picMkLst>
        </pc:picChg>
        <pc:picChg chg="mod">
          <ac:chgData name="소현 윤" userId="7f28c9c3aee009c4" providerId="LiveId" clId="{B1C53912-1FCA-4CD7-BEF0-E9D181EA6C4C}" dt="2024-12-11T21:29:06.083" v="3538" actId="1076"/>
          <ac:picMkLst>
            <pc:docMk/>
            <pc:sldMk cId="3057840664" sldId="297"/>
            <ac:picMk id="1027" creationId="{78379E3A-65BA-AC43-FE5F-DC0E13A6D489}"/>
          </ac:picMkLst>
        </pc:picChg>
      </pc:sldChg>
      <pc:sldChg chg="addSp delSp modSp add mod">
        <pc:chgData name="소현 윤" userId="7f28c9c3aee009c4" providerId="LiveId" clId="{B1C53912-1FCA-4CD7-BEF0-E9D181EA6C4C}" dt="2024-12-12T07:39:13.988" v="5211" actId="12"/>
        <pc:sldMkLst>
          <pc:docMk/>
          <pc:sldMk cId="163455719" sldId="298"/>
        </pc:sldMkLst>
        <pc:spChg chg="mod">
          <ac:chgData name="소현 윤" userId="7f28c9c3aee009c4" providerId="LiveId" clId="{B1C53912-1FCA-4CD7-BEF0-E9D181EA6C4C}" dt="2024-12-12T07:39:13.988" v="5211" actId="12"/>
          <ac:spMkLst>
            <pc:docMk/>
            <pc:sldMk cId="163455719" sldId="298"/>
            <ac:spMk id="7" creationId="{3C27E4E6-0068-B176-3B1C-BDC8FE9111D4}"/>
          </ac:spMkLst>
        </pc:spChg>
        <pc:spChg chg="mod">
          <ac:chgData name="소현 윤" userId="7f28c9c3aee009c4" providerId="LiveId" clId="{B1C53912-1FCA-4CD7-BEF0-E9D181EA6C4C}" dt="2024-12-12T06:28:35.965" v="4959"/>
          <ac:spMkLst>
            <pc:docMk/>
            <pc:sldMk cId="163455719" sldId="298"/>
            <ac:spMk id="11" creationId="{8F4DAB2F-7449-AD84-EBB8-0B80CFA83CA7}"/>
          </ac:spMkLst>
        </pc:spChg>
        <pc:spChg chg="mod">
          <ac:chgData name="소현 윤" userId="7f28c9c3aee009c4" providerId="LiveId" clId="{B1C53912-1FCA-4CD7-BEF0-E9D181EA6C4C}" dt="2024-12-12T06:28:35.965" v="4959"/>
          <ac:spMkLst>
            <pc:docMk/>
            <pc:sldMk cId="163455719" sldId="298"/>
            <ac:spMk id="12" creationId="{13F578C0-DE96-B8A7-1ABD-C2A8A3E2104F}"/>
          </ac:spMkLst>
        </pc:spChg>
        <pc:spChg chg="mod">
          <ac:chgData name="소현 윤" userId="7f28c9c3aee009c4" providerId="LiveId" clId="{B1C53912-1FCA-4CD7-BEF0-E9D181EA6C4C}" dt="2024-12-12T06:28:35.965" v="4959"/>
          <ac:spMkLst>
            <pc:docMk/>
            <pc:sldMk cId="163455719" sldId="298"/>
            <ac:spMk id="13" creationId="{E4942FB1-2BCE-BABF-6BD5-575383F52453}"/>
          </ac:spMkLst>
        </pc:spChg>
        <pc:spChg chg="mod">
          <ac:chgData name="소현 윤" userId="7f28c9c3aee009c4" providerId="LiveId" clId="{B1C53912-1FCA-4CD7-BEF0-E9D181EA6C4C}" dt="2024-12-12T06:28:35.965" v="4959"/>
          <ac:spMkLst>
            <pc:docMk/>
            <pc:sldMk cId="163455719" sldId="298"/>
            <ac:spMk id="14" creationId="{4390331B-3747-D1A9-86ED-09963F92D160}"/>
          </ac:spMkLst>
        </pc:spChg>
        <pc:spChg chg="mod">
          <ac:chgData name="소현 윤" userId="7f28c9c3aee009c4" providerId="LiveId" clId="{B1C53912-1FCA-4CD7-BEF0-E9D181EA6C4C}" dt="2024-12-12T06:29:09.270" v="5009" actId="20577"/>
          <ac:spMkLst>
            <pc:docMk/>
            <pc:sldMk cId="163455719" sldId="298"/>
            <ac:spMk id="30" creationId="{558916DC-0723-135E-2743-B6FCF4CCFB0E}"/>
          </ac:spMkLst>
        </pc:spChg>
        <pc:grpChg chg="add mod">
          <ac:chgData name="소현 윤" userId="7f28c9c3aee009c4" providerId="LiveId" clId="{B1C53912-1FCA-4CD7-BEF0-E9D181EA6C4C}" dt="2024-12-12T07:38:09.697" v="5209" actId="1076"/>
          <ac:grpSpMkLst>
            <pc:docMk/>
            <pc:sldMk cId="163455719" sldId="298"/>
            <ac:grpSpMk id="10" creationId="{DE58065F-5F3E-9A90-463F-AAAB4F20C379}"/>
          </ac:grpSpMkLst>
        </pc:grpChg>
        <pc:graphicFrameChg chg="add mod modGraphic">
          <ac:chgData name="소현 윤" userId="7f28c9c3aee009c4" providerId="LiveId" clId="{B1C53912-1FCA-4CD7-BEF0-E9D181EA6C4C}" dt="2024-12-12T07:38:02.365" v="5208" actId="20577"/>
          <ac:graphicFrameMkLst>
            <pc:docMk/>
            <pc:sldMk cId="163455719" sldId="298"/>
            <ac:graphicFrameMk id="15" creationId="{4FB8C0A1-205F-C4CA-FD26-1977F515BBDD}"/>
          </ac:graphicFrameMkLst>
        </pc:graphicFrameChg>
      </pc:sldChg>
      <pc:sldChg chg="addSp delSp modSp add del mod">
        <pc:chgData name="소현 윤" userId="7f28c9c3aee009c4" providerId="LiveId" clId="{B1C53912-1FCA-4CD7-BEF0-E9D181EA6C4C}" dt="2024-12-12T06:16:06.294" v="4956" actId="47"/>
        <pc:sldMkLst>
          <pc:docMk/>
          <pc:sldMk cId="490856595" sldId="298"/>
        </pc:sldMkLst>
      </pc:sldChg>
    </pc:docChg>
  </pc:docChgLst>
  <pc:docChgLst>
    <pc:chgData name="소현 윤" userId="7f28c9c3aee009c4" providerId="LiveId" clId="{DB6F3DB4-2563-4838-941A-B9F577A13FA8}"/>
    <pc:docChg chg="undo custSel addSld delSld modSld">
      <pc:chgData name="소현 윤" userId="7f28c9c3aee009c4" providerId="LiveId" clId="{DB6F3DB4-2563-4838-941A-B9F577A13FA8}" dt="2024-12-10T01:42:03.687" v="6" actId="2696"/>
      <pc:docMkLst>
        <pc:docMk/>
      </pc:docMkLst>
      <pc:sldChg chg="modSp mod">
        <pc:chgData name="소현 윤" userId="7f28c9c3aee009c4" providerId="LiveId" clId="{DB6F3DB4-2563-4838-941A-B9F577A13FA8}" dt="2024-12-09T23:44:32.401" v="1" actId="1076"/>
        <pc:sldMkLst>
          <pc:docMk/>
          <pc:sldMk cId="51670954" sldId="286"/>
        </pc:sldMkLst>
      </pc:sldChg>
      <pc:sldChg chg="modSp add del mod">
        <pc:chgData name="소현 윤" userId="7f28c9c3aee009c4" providerId="LiveId" clId="{DB6F3DB4-2563-4838-941A-B9F577A13FA8}" dt="2024-12-10T01:42:03.687" v="6" actId="2696"/>
        <pc:sldMkLst>
          <pc:docMk/>
          <pc:sldMk cId="2222361852" sldId="294"/>
        </pc:sldMkLst>
      </pc:sldChg>
    </pc:docChg>
  </pc:docChgLst>
  <pc:docChgLst>
    <pc:chgData name="소현 윤" userId="7f28c9c3aee009c4" providerId="LiveId" clId="{CDBD873A-56C8-4353-BE3E-E3EA9A235EFC}"/>
    <pc:docChg chg="undo redo custSel addSld delSld modSld sldOrd">
      <pc:chgData name="소현 윤" userId="7f28c9c3aee009c4" providerId="LiveId" clId="{CDBD873A-56C8-4353-BE3E-E3EA9A235EFC}" dt="2024-11-06T06:54:18.963" v="17218" actId="1076"/>
      <pc:docMkLst>
        <pc:docMk/>
      </pc:docMkLst>
      <pc:sldChg chg="modSp mod">
        <pc:chgData name="소현 윤" userId="7f28c9c3aee009c4" providerId="LiveId" clId="{CDBD873A-56C8-4353-BE3E-E3EA9A235EFC}" dt="2024-11-03T11:56:02.548" v="13219" actId="207"/>
        <pc:sldMkLst>
          <pc:docMk/>
          <pc:sldMk cId="717322798" sldId="256"/>
        </pc:sldMkLst>
        <pc:spChg chg="mod">
          <ac:chgData name="소현 윤" userId="7f28c9c3aee009c4" providerId="LiveId" clId="{CDBD873A-56C8-4353-BE3E-E3EA9A235EFC}" dt="2024-10-30T12:49:31.020" v="9" actId="20577"/>
          <ac:spMkLst>
            <pc:docMk/>
            <pc:sldMk cId="717322798" sldId="256"/>
            <ac:spMk id="10" creationId="{8B2F0DC5-3B1D-5771-2C54-C3DF084BAFA6}"/>
          </ac:spMkLst>
        </pc:spChg>
        <pc:picChg chg="mod">
          <ac:chgData name="소현 윤" userId="7f28c9c3aee009c4" providerId="LiveId" clId="{CDBD873A-56C8-4353-BE3E-E3EA9A235EFC}" dt="2024-11-03T11:56:02.548" v="13219" actId="207"/>
          <ac:picMkLst>
            <pc:docMk/>
            <pc:sldMk cId="717322798" sldId="256"/>
            <ac:picMk id="8" creationId="{106618A1-B09C-1399-92E4-6E35CAAE1181}"/>
          </ac:picMkLst>
        </pc:picChg>
      </pc:sldChg>
      <pc:sldChg chg="modSp mod">
        <pc:chgData name="소현 윤" userId="7f28c9c3aee009c4" providerId="LiveId" clId="{CDBD873A-56C8-4353-BE3E-E3EA9A235EFC}" dt="2024-11-03T16:44:32.613" v="15789" actId="20577"/>
        <pc:sldMkLst>
          <pc:docMk/>
          <pc:sldMk cId="3790141939" sldId="257"/>
        </pc:sldMkLst>
        <pc:spChg chg="mod">
          <ac:chgData name="소현 윤" userId="7f28c9c3aee009c4" providerId="LiveId" clId="{CDBD873A-56C8-4353-BE3E-E3EA9A235EFC}" dt="2024-11-03T13:08:58.274" v="14225" actId="20577"/>
          <ac:spMkLst>
            <pc:docMk/>
            <pc:sldMk cId="3790141939" sldId="257"/>
            <ac:spMk id="15" creationId="{A596E7CA-66DA-95C2-7BD6-2E2ACFBF7023}"/>
          </ac:spMkLst>
        </pc:spChg>
        <pc:spChg chg="mod">
          <ac:chgData name="소현 윤" userId="7f28c9c3aee009c4" providerId="LiveId" clId="{CDBD873A-56C8-4353-BE3E-E3EA9A235EFC}" dt="2024-11-03T11:56:06.011" v="13220" actId="368"/>
          <ac:spMkLst>
            <pc:docMk/>
            <pc:sldMk cId="3790141939" sldId="257"/>
            <ac:spMk id="17" creationId="{8F591B8C-ADF7-A3B6-95E7-6F1C5C9AD980}"/>
          </ac:spMkLst>
        </pc:spChg>
        <pc:spChg chg="mod">
          <ac:chgData name="소현 윤" userId="7f28c9c3aee009c4" providerId="LiveId" clId="{CDBD873A-56C8-4353-BE3E-E3EA9A235EFC}" dt="2024-11-03T13:08:24.834" v="14195" actId="20577"/>
          <ac:spMkLst>
            <pc:docMk/>
            <pc:sldMk cId="3790141939" sldId="257"/>
            <ac:spMk id="21" creationId="{D5D08ADF-C565-4F03-4B9E-4B7317BDBF92}"/>
          </ac:spMkLst>
        </pc:spChg>
        <pc:spChg chg="mod">
          <ac:chgData name="소현 윤" userId="7f28c9c3aee009c4" providerId="LiveId" clId="{CDBD873A-56C8-4353-BE3E-E3EA9A235EFC}" dt="2024-11-03T10:45:08.752" v="11172" actId="20577"/>
          <ac:spMkLst>
            <pc:docMk/>
            <pc:sldMk cId="3790141939" sldId="257"/>
            <ac:spMk id="23" creationId="{FBDE70DD-0890-07AF-7962-48CB04E607FC}"/>
          </ac:spMkLst>
        </pc:spChg>
        <pc:spChg chg="mod">
          <ac:chgData name="소현 윤" userId="7f28c9c3aee009c4" providerId="LiveId" clId="{CDBD873A-56C8-4353-BE3E-E3EA9A235EFC}" dt="2024-11-03T16:44:32.613" v="15789" actId="20577"/>
          <ac:spMkLst>
            <pc:docMk/>
            <pc:sldMk cId="3790141939" sldId="257"/>
            <ac:spMk id="25" creationId="{5B149AF6-B34E-C9DE-C711-42C74259DCEE}"/>
          </ac:spMkLst>
        </pc:spChg>
      </pc:sldChg>
      <pc:sldChg chg="addSp delSp modSp del mod">
        <pc:chgData name="소현 윤" userId="7f28c9c3aee009c4" providerId="LiveId" clId="{CDBD873A-56C8-4353-BE3E-E3EA9A235EFC}" dt="2024-11-03T12:32:02.492" v="13656" actId="47"/>
        <pc:sldMkLst>
          <pc:docMk/>
          <pc:sldMk cId="83170831" sldId="258"/>
        </pc:sldMkLst>
      </pc:sldChg>
      <pc:sldChg chg="addSp modSp mod">
        <pc:chgData name="소현 윤" userId="7f28c9c3aee009c4" providerId="LiveId" clId="{CDBD873A-56C8-4353-BE3E-E3EA9A235EFC}" dt="2024-11-03T19:07:44.811" v="17117" actId="20577"/>
        <pc:sldMkLst>
          <pc:docMk/>
          <pc:sldMk cId="3368775899" sldId="259"/>
        </pc:sldMkLst>
        <pc:spChg chg="mod">
          <ac:chgData name="소현 윤" userId="7f28c9c3aee009c4" providerId="LiveId" clId="{CDBD873A-56C8-4353-BE3E-E3EA9A235EFC}" dt="2024-11-03T19:07:44.811" v="17117" actId="20577"/>
          <ac:spMkLst>
            <pc:docMk/>
            <pc:sldMk cId="3368775899" sldId="259"/>
            <ac:spMk id="4" creationId="{F145D56C-E55E-7A04-BF36-54D32772A863}"/>
          </ac:spMkLst>
        </pc:spChg>
        <pc:spChg chg="mod">
          <ac:chgData name="소현 윤" userId="7f28c9c3aee009c4" providerId="LiveId" clId="{CDBD873A-56C8-4353-BE3E-E3EA9A235EFC}" dt="2024-11-03T18:03:48.497" v="17009" actId="403"/>
          <ac:spMkLst>
            <pc:docMk/>
            <pc:sldMk cId="3368775899" sldId="259"/>
            <ac:spMk id="14" creationId="{443F85D7-21EF-7CBB-931E-ADB55669A8A9}"/>
          </ac:spMkLst>
        </pc:spChg>
        <pc:spChg chg="mod">
          <ac:chgData name="소현 윤" userId="7f28c9c3aee009c4" providerId="LiveId" clId="{CDBD873A-56C8-4353-BE3E-E3EA9A235EFC}" dt="2024-11-03T16:18:05.926" v="15495" actId="14100"/>
          <ac:spMkLst>
            <pc:docMk/>
            <pc:sldMk cId="3368775899" sldId="259"/>
            <ac:spMk id="16" creationId="{5C7914EC-ECF0-F64E-74C2-620DD05A5A62}"/>
          </ac:spMkLst>
        </pc:spChg>
        <pc:grpChg chg="mod">
          <ac:chgData name="소현 윤" userId="7f28c9c3aee009c4" providerId="LiveId" clId="{CDBD873A-56C8-4353-BE3E-E3EA9A235EFC}" dt="2024-11-03T13:17:28.164" v="14417" actId="1076"/>
          <ac:grpSpMkLst>
            <pc:docMk/>
            <pc:sldMk cId="3368775899" sldId="259"/>
            <ac:grpSpMk id="32" creationId="{091E126C-06E4-88DF-5CFD-209321EC6A5F}"/>
          </ac:grpSpMkLst>
        </pc:grpChg>
      </pc:sldChg>
      <pc:sldChg chg="modSp mod">
        <pc:chgData name="소현 윤" userId="7f28c9c3aee009c4" providerId="LiveId" clId="{CDBD873A-56C8-4353-BE3E-E3EA9A235EFC}" dt="2024-11-03T19:08:50.603" v="17134" actId="20577"/>
        <pc:sldMkLst>
          <pc:docMk/>
          <pc:sldMk cId="569478499" sldId="260"/>
        </pc:sldMkLst>
        <pc:spChg chg="mod">
          <ac:chgData name="소현 윤" userId="7f28c9c3aee009c4" providerId="LiveId" clId="{CDBD873A-56C8-4353-BE3E-E3EA9A235EFC}" dt="2024-11-03T19:08:05.894" v="17121" actId="20577"/>
          <ac:spMkLst>
            <pc:docMk/>
            <pc:sldMk cId="569478499" sldId="260"/>
            <ac:spMk id="4" creationId="{F145D56C-E55E-7A04-BF36-54D32772A863}"/>
          </ac:spMkLst>
        </pc:spChg>
        <pc:spChg chg="mod">
          <ac:chgData name="소현 윤" userId="7f28c9c3aee009c4" providerId="LiveId" clId="{CDBD873A-56C8-4353-BE3E-E3EA9A235EFC}" dt="2024-11-03T19:08:50.603" v="17134" actId="20577"/>
          <ac:spMkLst>
            <pc:docMk/>
            <pc:sldMk cId="569478499" sldId="260"/>
            <ac:spMk id="14" creationId="{443F85D7-21EF-7CBB-931E-ADB55669A8A9}"/>
          </ac:spMkLst>
        </pc:spChg>
        <pc:spChg chg="mod">
          <ac:chgData name="소현 윤" userId="7f28c9c3aee009c4" providerId="LiveId" clId="{CDBD873A-56C8-4353-BE3E-E3EA9A235EFC}" dt="2024-11-03T16:18:28.566" v="15508" actId="20577"/>
          <ac:spMkLst>
            <pc:docMk/>
            <pc:sldMk cId="569478499" sldId="260"/>
            <ac:spMk id="16" creationId="{5C7914EC-ECF0-F64E-74C2-620DD05A5A62}"/>
          </ac:spMkLst>
        </pc:spChg>
        <pc:grpChg chg="mod">
          <ac:chgData name="소현 윤" userId="7f28c9c3aee009c4" providerId="LiveId" clId="{CDBD873A-56C8-4353-BE3E-E3EA9A235EFC}" dt="2024-11-03T16:21:11.205" v="15545" actId="1076"/>
          <ac:grpSpMkLst>
            <pc:docMk/>
            <pc:sldMk cId="569478499" sldId="260"/>
            <ac:grpSpMk id="32" creationId="{091E126C-06E4-88DF-5CFD-209321EC6A5F}"/>
          </ac:grpSpMkLst>
        </pc:grpChg>
      </pc:sldChg>
      <pc:sldChg chg="addSp delSp modSp mod">
        <pc:chgData name="소현 윤" userId="7f28c9c3aee009c4" providerId="LiveId" clId="{CDBD873A-56C8-4353-BE3E-E3EA9A235EFC}" dt="2024-11-03T19:09:15.256" v="17136" actId="20577"/>
        <pc:sldMkLst>
          <pc:docMk/>
          <pc:sldMk cId="2937167731" sldId="262"/>
        </pc:sldMkLst>
        <pc:spChg chg="mod">
          <ac:chgData name="소현 윤" userId="7f28c9c3aee009c4" providerId="LiveId" clId="{CDBD873A-56C8-4353-BE3E-E3EA9A235EFC}" dt="2024-11-03T19:09:15.256" v="17136" actId="20577"/>
          <ac:spMkLst>
            <pc:docMk/>
            <pc:sldMk cId="2937167731" sldId="262"/>
            <ac:spMk id="4" creationId="{F145D56C-E55E-7A04-BF36-54D32772A863}"/>
          </ac:spMkLst>
        </pc:spChg>
        <pc:spChg chg="mod">
          <ac:chgData name="소현 윤" userId="7f28c9c3aee009c4" providerId="LiveId" clId="{CDBD873A-56C8-4353-BE3E-E3EA9A235EFC}" dt="2024-11-03T18:05:07.130" v="17064" actId="404"/>
          <ac:spMkLst>
            <pc:docMk/>
            <pc:sldMk cId="2937167731" sldId="262"/>
            <ac:spMk id="14" creationId="{443F85D7-21EF-7CBB-931E-ADB55669A8A9}"/>
          </ac:spMkLst>
        </pc:spChg>
        <pc:spChg chg="add del mod">
          <ac:chgData name="소현 윤" userId="7f28c9c3aee009c4" providerId="LiveId" clId="{CDBD873A-56C8-4353-BE3E-E3EA9A235EFC}" dt="2024-11-03T16:18:33.518" v="15511" actId="14100"/>
          <ac:spMkLst>
            <pc:docMk/>
            <pc:sldMk cId="2937167731" sldId="262"/>
            <ac:spMk id="16" creationId="{5C7914EC-ECF0-F64E-74C2-620DD05A5A62}"/>
          </ac:spMkLst>
        </pc:spChg>
        <pc:grpChg chg="mod">
          <ac:chgData name="소현 윤" userId="7f28c9c3aee009c4" providerId="LiveId" clId="{CDBD873A-56C8-4353-BE3E-E3EA9A235EFC}" dt="2024-11-03T16:22:58.615" v="15547" actId="1076"/>
          <ac:grpSpMkLst>
            <pc:docMk/>
            <pc:sldMk cId="2937167731" sldId="262"/>
            <ac:grpSpMk id="32" creationId="{091E126C-06E4-88DF-5CFD-209321EC6A5F}"/>
          </ac:grpSpMkLst>
        </pc:grpChg>
      </pc:sldChg>
      <pc:sldChg chg="addSp delSp modSp del mod ord">
        <pc:chgData name="소현 윤" userId="7f28c9c3aee009c4" providerId="LiveId" clId="{CDBD873A-56C8-4353-BE3E-E3EA9A235EFC}" dt="2024-10-30T14:41:11.603" v="412" actId="47"/>
        <pc:sldMkLst>
          <pc:docMk/>
          <pc:sldMk cId="1420335124" sldId="263"/>
        </pc:sldMkLst>
      </pc:sldChg>
      <pc:sldChg chg="addSp delSp modSp mod">
        <pc:chgData name="소현 윤" userId="7f28c9c3aee009c4" providerId="LiveId" clId="{CDBD873A-56C8-4353-BE3E-E3EA9A235EFC}" dt="2024-11-03T19:09:59.681" v="17149" actId="20577"/>
        <pc:sldMkLst>
          <pc:docMk/>
          <pc:sldMk cId="2728573502" sldId="264"/>
        </pc:sldMkLst>
      </pc:sldChg>
      <pc:sldChg chg="del">
        <pc:chgData name="소현 윤" userId="7f28c9c3aee009c4" providerId="LiveId" clId="{CDBD873A-56C8-4353-BE3E-E3EA9A235EFC}" dt="2024-10-30T19:23:54.689" v="5938" actId="47"/>
        <pc:sldMkLst>
          <pc:docMk/>
          <pc:sldMk cId="348537519" sldId="265"/>
        </pc:sldMkLst>
      </pc:sldChg>
      <pc:sldChg chg="del">
        <pc:chgData name="소현 윤" userId="7f28c9c3aee009c4" providerId="LiveId" clId="{CDBD873A-56C8-4353-BE3E-E3EA9A235EFC}" dt="2024-10-30T19:24:38.633" v="5939" actId="47"/>
        <pc:sldMkLst>
          <pc:docMk/>
          <pc:sldMk cId="1835082318" sldId="266"/>
        </pc:sldMkLst>
      </pc:sldChg>
      <pc:sldChg chg="addSp delSp modSp add mod">
        <pc:chgData name="소현 윤" userId="7f28c9c3aee009c4" providerId="LiveId" clId="{CDBD873A-56C8-4353-BE3E-E3EA9A235EFC}" dt="2024-11-03T19:09:40.646" v="17141" actId="20577"/>
        <pc:sldMkLst>
          <pc:docMk/>
          <pc:sldMk cId="2536022620" sldId="267"/>
        </pc:sldMkLst>
      </pc:sldChg>
      <pc:sldChg chg="modSp add mod">
        <pc:chgData name="소현 윤" userId="7f28c9c3aee009c4" providerId="LiveId" clId="{CDBD873A-56C8-4353-BE3E-E3EA9A235EFC}" dt="2024-11-03T19:09:52.345" v="17147" actId="20577"/>
        <pc:sldMkLst>
          <pc:docMk/>
          <pc:sldMk cId="2388499448" sldId="268"/>
        </pc:sldMkLst>
      </pc:sldChg>
      <pc:sldChg chg="modSp add mod">
        <pc:chgData name="소현 윤" userId="7f28c9c3aee009c4" providerId="LiveId" clId="{CDBD873A-56C8-4353-BE3E-E3EA9A235EFC}" dt="2024-11-03T19:09:46.767" v="17144" actId="20577"/>
        <pc:sldMkLst>
          <pc:docMk/>
          <pc:sldMk cId="600026517" sldId="269"/>
        </pc:sldMkLst>
      </pc:sldChg>
      <pc:sldChg chg="addSp delSp modSp add mod">
        <pc:chgData name="소현 윤" userId="7f28c9c3aee009c4" providerId="LiveId" clId="{CDBD873A-56C8-4353-BE3E-E3EA9A235EFC}" dt="2024-11-03T19:11:40.916" v="17153" actId="20577"/>
        <pc:sldMkLst>
          <pc:docMk/>
          <pc:sldMk cId="2130734594" sldId="270"/>
        </pc:sldMkLst>
      </pc:sldChg>
      <pc:sldChg chg="delSp modSp add mod ord">
        <pc:chgData name="소현 윤" userId="7f28c9c3aee009c4" providerId="LiveId" clId="{CDBD873A-56C8-4353-BE3E-E3EA9A235EFC}" dt="2024-11-03T19:09:34.132" v="17138" actId="20577"/>
        <pc:sldMkLst>
          <pc:docMk/>
          <pc:sldMk cId="4252709170" sldId="271"/>
        </pc:sldMkLst>
        <pc:spChg chg="mod">
          <ac:chgData name="소현 윤" userId="7f28c9c3aee009c4" providerId="LiveId" clId="{CDBD873A-56C8-4353-BE3E-E3EA9A235EFC}" dt="2024-11-03T19:09:34.132" v="17138" actId="20577"/>
          <ac:spMkLst>
            <pc:docMk/>
            <pc:sldMk cId="4252709170" sldId="271"/>
            <ac:spMk id="4" creationId="{466C679E-EDFD-92A7-470D-2952EB010DD1}"/>
          </ac:spMkLst>
        </pc:spChg>
      </pc:sldChg>
      <pc:sldChg chg="addSp delSp modSp add mod">
        <pc:chgData name="소현 윤" userId="7f28c9c3aee009c4" providerId="LiveId" clId="{CDBD873A-56C8-4353-BE3E-E3EA9A235EFC}" dt="2024-11-06T06:54:18.963" v="17218" actId="1076"/>
        <pc:sldMkLst>
          <pc:docMk/>
          <pc:sldMk cId="46135644" sldId="272"/>
        </pc:sldMkLst>
      </pc:sldChg>
      <pc:sldChg chg="modSp add del mod">
        <pc:chgData name="소현 윤" userId="7f28c9c3aee009c4" providerId="LiveId" clId="{CDBD873A-56C8-4353-BE3E-E3EA9A235EFC}" dt="2024-10-30T17:59:17.067" v="3775" actId="47"/>
        <pc:sldMkLst>
          <pc:docMk/>
          <pc:sldMk cId="2487616070" sldId="273"/>
        </pc:sldMkLst>
      </pc:sldChg>
      <pc:sldChg chg="addSp delSp modSp add mod">
        <pc:chgData name="소현 윤" userId="7f28c9c3aee009c4" providerId="LiveId" clId="{CDBD873A-56C8-4353-BE3E-E3EA9A235EFC}" dt="2024-11-03T19:11:50.332" v="17157" actId="20577"/>
        <pc:sldMkLst>
          <pc:docMk/>
          <pc:sldMk cId="1168363846" sldId="274"/>
        </pc:sldMkLst>
        <pc:spChg chg="add mod">
          <ac:chgData name="소현 윤" userId="7f28c9c3aee009c4" providerId="LiveId" clId="{CDBD873A-56C8-4353-BE3E-E3EA9A235EFC}" dt="2024-11-03T16:37:59.576" v="15658" actId="14100"/>
          <ac:spMkLst>
            <pc:docMk/>
            <pc:sldMk cId="1168363846" sldId="274"/>
            <ac:spMk id="2" creationId="{313E8AFC-AAC0-4F9E-4DD1-13116151130A}"/>
          </ac:spMkLst>
        </pc:spChg>
        <pc:spChg chg="add mod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3" creationId="{8D513EA0-212E-2628-DE32-E85493F3CFA6}"/>
          </ac:spMkLst>
        </pc:spChg>
        <pc:spChg chg="mod">
          <ac:chgData name="소현 윤" userId="7f28c9c3aee009c4" providerId="LiveId" clId="{CDBD873A-56C8-4353-BE3E-E3EA9A235EFC}" dt="2024-11-03T19:11:50.332" v="17157" actId="20577"/>
          <ac:spMkLst>
            <pc:docMk/>
            <pc:sldMk cId="1168363846" sldId="274"/>
            <ac:spMk id="4" creationId="{19735A23-96EE-3ED9-6F18-5BE36581B452}"/>
          </ac:spMkLst>
        </pc:spChg>
        <pc:spChg chg="add mod">
          <ac:chgData name="소현 윤" userId="7f28c9c3aee009c4" providerId="LiveId" clId="{CDBD873A-56C8-4353-BE3E-E3EA9A235EFC}" dt="2024-11-03T16:37:06.750" v="15616" actId="164"/>
          <ac:spMkLst>
            <pc:docMk/>
            <pc:sldMk cId="1168363846" sldId="274"/>
            <ac:spMk id="5" creationId="{07279E1B-2210-F0D3-066B-AB3215F6A4F0}"/>
          </ac:spMkLst>
        </pc:spChg>
        <pc:spChg chg="add mod">
          <ac:chgData name="소현 윤" userId="7f28c9c3aee009c4" providerId="LiveId" clId="{CDBD873A-56C8-4353-BE3E-E3EA9A235EFC}" dt="2024-11-03T16:38:14.164" v="15661" actId="14100"/>
          <ac:spMkLst>
            <pc:docMk/>
            <pc:sldMk cId="1168363846" sldId="274"/>
            <ac:spMk id="10" creationId="{06E40810-F0D6-C89F-BA2A-38097B06A83D}"/>
          </ac:spMkLst>
        </pc:spChg>
        <pc:spChg chg="mod">
          <ac:chgData name="소현 윤" userId="7f28c9c3aee009c4" providerId="LiveId" clId="{CDBD873A-56C8-4353-BE3E-E3EA9A235EFC}" dt="2024-11-03T16:19:05.205" v="15533" actId="14100"/>
          <ac:spMkLst>
            <pc:docMk/>
            <pc:sldMk cId="1168363846" sldId="274"/>
            <ac:spMk id="16" creationId="{3EB2DAF5-7F82-7768-EEC6-3744FF1C6B9D}"/>
          </ac:spMkLst>
        </pc:spChg>
        <pc:spChg chg="mod">
          <ac:chgData name="소현 윤" userId="7f28c9c3aee009c4" providerId="LiveId" clId="{CDBD873A-56C8-4353-BE3E-E3EA9A235EFC}" dt="2024-10-30T18:16:04.620" v="4479" actId="20577"/>
          <ac:spMkLst>
            <pc:docMk/>
            <pc:sldMk cId="1168363846" sldId="274"/>
            <ac:spMk id="30" creationId="{23E3D950-0EA2-09F3-15A9-FB8DBBEED8FF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36" creationId="{82698B59-ECC4-4638-CBAA-720EF94346AA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37" creationId="{19380FC6-773B-9AA0-A956-9F288F4277AC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38" creationId="{59ED0305-65DB-235F-3083-BDD21DECCD83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0" creationId="{97303352-2D56-6FFE-D3F9-F5976437DE8F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1" creationId="{CCFBF986-7F46-9EE5-3673-D533F39F9661}"/>
          </ac:spMkLst>
        </pc:spChg>
        <pc:spChg chg="add del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5" creationId="{8A274AEC-018E-0622-A0F5-A6D3DF9F2169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7" creationId="{1638C542-6AB8-7307-6F93-8228F0FFBE6B}"/>
          </ac:spMkLst>
        </pc:spChg>
        <pc:spChg chg="add del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8" creationId="{6EC08C23-15A8-E366-8BAD-7BC56D66E46C}"/>
          </ac:spMkLst>
        </pc:spChg>
        <pc:spChg chg="add del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49" creationId="{AB45A494-CD38-7481-8F83-4EA086E1B77C}"/>
          </ac:spMkLst>
        </pc:spChg>
        <pc:spChg chg="add del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50" creationId="{C2F14E05-5FE1-6D18-9720-F03A7935A9A2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51" creationId="{90E96CEC-21D9-9638-E6CD-DB6E1F066758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57" creationId="{F9A8B5F3-263C-28EF-C871-DFE23805F43C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70" creationId="{1FBC2A0B-86C3-E233-4155-7A839B87C963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72" creationId="{D3C131BD-07F6-4AB6-8295-7D7C5F7090E5}"/>
          </ac:spMkLst>
        </pc:spChg>
        <pc:spChg chg="add mod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83" creationId="{EE95A216-62FF-E3F9-0FB2-8B5CE4A8E833}"/>
          </ac:spMkLst>
        </pc:spChg>
        <pc:spChg chg="add mod topLvl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88" creationId="{10A46D71-8EF7-DA58-462C-0C9BEE12A256}"/>
          </ac:spMkLst>
        </pc:spChg>
        <pc:spChg chg="add mod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94" creationId="{10294D5B-D1E9-CE52-5125-2D6E1CF3E093}"/>
          </ac:spMkLst>
        </pc:spChg>
        <pc:spChg chg="add mod">
          <ac:chgData name="소현 윤" userId="7f28c9c3aee009c4" providerId="LiveId" clId="{CDBD873A-56C8-4353-BE3E-E3EA9A235EFC}" dt="2024-10-31T15:08:41.238" v="8801" actId="20577"/>
          <ac:spMkLst>
            <pc:docMk/>
            <pc:sldMk cId="1168363846" sldId="274"/>
            <ac:spMk id="95" creationId="{AA0CAAFE-FCA3-BF11-0D45-F94B192E366E}"/>
          </ac:spMkLst>
        </pc:spChg>
        <pc:grpChg chg="add mod">
          <ac:chgData name="소현 윤" userId="7f28c9c3aee009c4" providerId="LiveId" clId="{CDBD873A-56C8-4353-BE3E-E3EA9A235EFC}" dt="2024-11-03T16:37:55.419" v="15657" actId="164"/>
          <ac:grpSpMkLst>
            <pc:docMk/>
            <pc:sldMk cId="1168363846" sldId="274"/>
            <ac:grpSpMk id="9" creationId="{1F5A4C89-69E9-541A-39B2-36439A59D18B}"/>
          </ac:grpSpMkLst>
        </pc:grpChg>
        <pc:grpChg chg="add mod">
          <ac:chgData name="소현 윤" userId="7f28c9c3aee009c4" providerId="LiveId" clId="{CDBD873A-56C8-4353-BE3E-E3EA9A235EFC}" dt="2024-11-03T16:38:05.780" v="15659" actId="1076"/>
          <ac:grpSpMkLst>
            <pc:docMk/>
            <pc:sldMk cId="1168363846" sldId="274"/>
            <ac:grpSpMk id="11" creationId="{107EC88E-2DC9-6CFD-F367-B579BE9A6664}"/>
          </ac:grpSpMkLst>
        </pc:grpChg>
        <pc:grpChg chg="mod">
          <ac:chgData name="소현 윤" userId="7f28c9c3aee009c4" providerId="LiveId" clId="{CDBD873A-56C8-4353-BE3E-E3EA9A235EFC}" dt="2024-11-03T16:23:39.410" v="15552" actId="1076"/>
          <ac:grpSpMkLst>
            <pc:docMk/>
            <pc:sldMk cId="1168363846" sldId="274"/>
            <ac:grpSpMk id="32" creationId="{A81FEB66-D4D9-4219-42C4-2C988585563C}"/>
          </ac:grpSpMkLst>
        </pc:grpChg>
        <pc:grpChg chg="add mod topLvl">
          <ac:chgData name="소현 윤" userId="7f28c9c3aee009c4" providerId="LiveId" clId="{CDBD873A-56C8-4353-BE3E-E3EA9A235EFC}" dt="2024-10-31T15:08:41.238" v="8801" actId="20577"/>
          <ac:grpSpMkLst>
            <pc:docMk/>
            <pc:sldMk cId="1168363846" sldId="274"/>
            <ac:grpSpMk id="63" creationId="{9C240219-AF07-0AD4-F62F-AF36FCA278BA}"/>
          </ac:grpSpMkLst>
        </pc:grpChg>
        <pc:grpChg chg="add mod">
          <ac:chgData name="소현 윤" userId="7f28c9c3aee009c4" providerId="LiveId" clId="{CDBD873A-56C8-4353-BE3E-E3EA9A235EFC}" dt="2024-10-31T15:08:41.238" v="8801" actId="20577"/>
          <ac:grpSpMkLst>
            <pc:docMk/>
            <pc:sldMk cId="1168363846" sldId="274"/>
            <ac:grpSpMk id="90" creationId="{C669F2DB-6067-8207-5155-0344F3D16ED2}"/>
          </ac:grpSpMkLst>
        </pc:grpChg>
        <pc:grpChg chg="add mod">
          <ac:chgData name="소현 윤" userId="7f28c9c3aee009c4" providerId="LiveId" clId="{CDBD873A-56C8-4353-BE3E-E3EA9A235EFC}" dt="2024-10-31T15:08:41.238" v="8801" actId="20577"/>
          <ac:grpSpMkLst>
            <pc:docMk/>
            <pc:sldMk cId="1168363846" sldId="274"/>
            <ac:grpSpMk id="91" creationId="{16FF2DAE-A80F-F9EF-EEAE-6A4E560B849E}"/>
          </ac:grpSpMkLst>
        </pc:grpChg>
        <pc:grpChg chg="add mod">
          <ac:chgData name="소현 윤" userId="7f28c9c3aee009c4" providerId="LiveId" clId="{CDBD873A-56C8-4353-BE3E-E3EA9A235EFC}" dt="2024-10-31T15:08:41.238" v="8801" actId="20577"/>
          <ac:grpSpMkLst>
            <pc:docMk/>
            <pc:sldMk cId="1168363846" sldId="274"/>
            <ac:grpSpMk id="92" creationId="{24C4C029-7F5F-E527-E941-94484B48900B}"/>
          </ac:grpSpMkLst>
        </pc:grpChg>
        <pc:grpChg chg="add mod">
          <ac:chgData name="소현 윤" userId="7f28c9c3aee009c4" providerId="LiveId" clId="{CDBD873A-56C8-4353-BE3E-E3EA9A235EFC}" dt="2024-11-03T16:36:30.435" v="15608" actId="1076"/>
          <ac:grpSpMkLst>
            <pc:docMk/>
            <pc:sldMk cId="1168363846" sldId="274"/>
            <ac:grpSpMk id="96" creationId="{B5684CCE-ECFE-AF06-9ACC-4A07402AF4DC}"/>
          </ac:grpSpMkLst>
        </pc:grp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25" creationId="{B73F355C-E8D6-EE23-1151-DC366540EEBA}"/>
          </ac:picMkLst>
        </pc:picChg>
        <pc:picChg chg="add mod topLvl modCrop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26" creationId="{98E60A08-7F12-18B6-0678-C2630A90548D}"/>
          </ac:picMkLst>
        </pc:pic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27" creationId="{23CC4094-16F4-3C30-38CA-6B1CE4F63601}"/>
          </ac:picMkLst>
        </pc:pic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29" creationId="{A27924FC-B86B-C0A3-B0B5-8994BD830ABE}"/>
          </ac:picMkLst>
        </pc:picChg>
        <pc:picChg chg="add mod topLvl modCrop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84" creationId="{DCF83484-F7F8-F203-706A-19EF322515B4}"/>
          </ac:picMkLst>
        </pc:pic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85" creationId="{36CE5506-889D-E68B-2A74-58DB937EEC6C}"/>
          </ac:picMkLst>
        </pc:pic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86" creationId="{C734F87D-F363-2FEF-C88E-3531E53BC927}"/>
          </ac:picMkLst>
        </pc:picChg>
        <pc:picChg chg="add mod topLvl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87" creationId="{0AB558FD-B643-17B6-CB50-4C9A343CD75A}"/>
          </ac:picMkLst>
        </pc:picChg>
        <pc:picChg chg="add mod modCrop">
          <ac:chgData name="소현 윤" userId="7f28c9c3aee009c4" providerId="LiveId" clId="{CDBD873A-56C8-4353-BE3E-E3EA9A235EFC}" dt="2024-10-31T15:08:41.238" v="8801" actId="20577"/>
          <ac:picMkLst>
            <pc:docMk/>
            <pc:sldMk cId="1168363846" sldId="274"/>
            <ac:picMk id="89" creationId="{0DBFF5F6-A37C-4BF8-433D-C27143805BD5}"/>
          </ac:picMkLst>
        </pc:picChg>
        <pc:cxnChg chg="add mod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53" creationId="{21131209-9BF9-88C0-F73C-0E741997927D}"/>
          </ac:cxnSpMkLst>
        </pc:cxnChg>
        <pc:cxnChg chg="add mod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54" creationId="{DAFC37D0-622C-383D-CF3C-ABF437539F2F}"/>
          </ac:cxnSpMkLst>
        </pc:cxnChg>
        <pc:cxnChg chg="add mod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55" creationId="{CCE3208C-5965-91BE-31E5-E3C4AE53DA8F}"/>
          </ac:cxnSpMkLst>
        </pc:cxnChg>
        <pc:cxnChg chg="add mod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56" creationId="{5799A0BA-EE1D-B20C-2087-DE928CC4E170}"/>
          </ac:cxnSpMkLst>
        </pc:cxnChg>
        <pc:cxnChg chg="add mod topLvl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78" creationId="{E7F56411-4291-473B-B9B7-0CCD6970ED02}"/>
          </ac:cxnSpMkLst>
        </pc:cxnChg>
        <pc:cxnChg chg="add mod">
          <ac:chgData name="소현 윤" userId="7f28c9c3aee009c4" providerId="LiveId" clId="{CDBD873A-56C8-4353-BE3E-E3EA9A235EFC}" dt="2024-10-31T15:08:41.238" v="8801" actId="20577"/>
          <ac:cxnSpMkLst>
            <pc:docMk/>
            <pc:sldMk cId="1168363846" sldId="274"/>
            <ac:cxnSpMk id="81" creationId="{3B6F8E8D-1F80-45BE-4326-F0A664B6EE7E}"/>
          </ac:cxnSpMkLst>
        </pc:cxnChg>
      </pc:sldChg>
      <pc:sldChg chg="addSp modSp add mod ord">
        <pc:chgData name="소현 윤" userId="7f28c9c3aee009c4" providerId="LiveId" clId="{CDBD873A-56C8-4353-BE3E-E3EA9A235EFC}" dt="2024-11-03T19:11:54.777" v="17159" actId="20577"/>
        <pc:sldMkLst>
          <pc:docMk/>
          <pc:sldMk cId="552187587" sldId="275"/>
        </pc:sldMkLst>
        <pc:spChg chg="mod">
          <ac:chgData name="소현 윤" userId="7f28c9c3aee009c4" providerId="LiveId" clId="{CDBD873A-56C8-4353-BE3E-E3EA9A235EFC}" dt="2024-11-03T19:11:54.777" v="17159" actId="20577"/>
          <ac:spMkLst>
            <pc:docMk/>
            <pc:sldMk cId="552187587" sldId="275"/>
            <ac:spMk id="4" creationId="{67491B26-5C9B-5DB5-FB58-74C3D38B6C1D}"/>
          </ac:spMkLst>
        </pc:spChg>
        <pc:spChg chg="mod">
          <ac:chgData name="소현 윤" userId="7f28c9c3aee009c4" providerId="LiveId" clId="{CDBD873A-56C8-4353-BE3E-E3EA9A235EFC}" dt="2024-11-03T17:23:16.201" v="15926" actId="20577"/>
          <ac:spMkLst>
            <pc:docMk/>
            <pc:sldMk cId="552187587" sldId="275"/>
            <ac:spMk id="10" creationId="{A5EE8400-1A0A-C124-25E4-8880961FFD2B}"/>
          </ac:spMkLst>
        </pc:spChg>
        <pc:spChg chg="mod">
          <ac:chgData name="소현 윤" userId="7f28c9c3aee009c4" providerId="LiveId" clId="{CDBD873A-56C8-4353-BE3E-E3EA9A235EFC}" dt="2024-11-03T16:43:03.849" v="15717" actId="14100"/>
          <ac:spMkLst>
            <pc:docMk/>
            <pc:sldMk cId="552187587" sldId="275"/>
            <ac:spMk id="16" creationId="{19F38F8F-318A-FE72-2B7F-384E790BCE86}"/>
          </ac:spMkLst>
        </pc:spChg>
        <pc:grpChg chg="mod">
          <ac:chgData name="소현 윤" userId="7f28c9c3aee009c4" providerId="LiveId" clId="{CDBD873A-56C8-4353-BE3E-E3EA9A235EFC}" dt="2024-11-03T16:24:22.409" v="15558" actId="1076"/>
          <ac:grpSpMkLst>
            <pc:docMk/>
            <pc:sldMk cId="552187587" sldId="275"/>
            <ac:grpSpMk id="32" creationId="{84B3C1B1-758E-AD52-C6ED-E2EB1A9CF531}"/>
          </ac:grpSpMkLst>
        </pc:grpChg>
      </pc:sldChg>
      <pc:sldChg chg="addSp delSp modSp add mod ord">
        <pc:chgData name="소현 윤" userId="7f28c9c3aee009c4" providerId="LiveId" clId="{CDBD873A-56C8-4353-BE3E-E3EA9A235EFC}" dt="2024-11-03T19:12:06.251" v="17165" actId="20577"/>
        <pc:sldMkLst>
          <pc:docMk/>
          <pc:sldMk cId="2033146384" sldId="276"/>
        </pc:sldMkLst>
      </pc:sldChg>
      <pc:sldChg chg="addSp delSp modSp add mod">
        <pc:chgData name="소현 윤" userId="7f28c9c3aee009c4" providerId="LiveId" clId="{CDBD873A-56C8-4353-BE3E-E3EA9A235EFC}" dt="2024-11-03T19:12:12.180" v="17169" actId="20577"/>
        <pc:sldMkLst>
          <pc:docMk/>
          <pc:sldMk cId="1850481518" sldId="277"/>
        </pc:sldMkLst>
        <pc:spChg chg="mod">
          <ac:chgData name="소현 윤" userId="7f28c9c3aee009c4" providerId="LiveId" clId="{CDBD873A-56C8-4353-BE3E-E3EA9A235EFC}" dt="2024-11-03T19:12:12.180" v="17169" actId="20577"/>
          <ac:spMkLst>
            <pc:docMk/>
            <pc:sldMk cId="1850481518" sldId="277"/>
            <ac:spMk id="4" creationId="{0B7D72CC-8800-BBCB-563C-D918CB0F26A1}"/>
          </ac:spMkLst>
        </pc:spChg>
        <pc:spChg chg="add mod">
          <ac:chgData name="소현 윤" userId="7f28c9c3aee009c4" providerId="LiveId" clId="{CDBD873A-56C8-4353-BE3E-E3EA9A235EFC}" dt="2024-10-31T15:48:06.808" v="9573" actId="571"/>
          <ac:spMkLst>
            <pc:docMk/>
            <pc:sldMk cId="1850481518" sldId="277"/>
            <ac:spMk id="9" creationId="{8B76E0A2-EE40-A4F3-EA37-0C70E16060B0}"/>
          </ac:spMkLst>
        </pc:spChg>
        <pc:spChg chg="add mod">
          <ac:chgData name="소현 윤" userId="7f28c9c3aee009c4" providerId="LiveId" clId="{CDBD873A-56C8-4353-BE3E-E3EA9A235EFC}" dt="2024-11-03T16:42:49.825" v="15712" actId="164"/>
          <ac:spMkLst>
            <pc:docMk/>
            <pc:sldMk cId="1850481518" sldId="277"/>
            <ac:spMk id="11" creationId="{CFA4F9DA-48C1-A624-FAB5-968B8C7F446C}"/>
          </ac:spMkLst>
        </pc:spChg>
        <pc:spChg chg="add mod">
          <ac:chgData name="소현 윤" userId="7f28c9c3aee009c4" providerId="LiveId" clId="{CDBD873A-56C8-4353-BE3E-E3EA9A235EFC}" dt="2024-11-03T16:42:49.825" v="15712" actId="164"/>
          <ac:spMkLst>
            <pc:docMk/>
            <pc:sldMk cId="1850481518" sldId="277"/>
            <ac:spMk id="13" creationId="{8AB4B3D6-EA55-4C99-D41C-3E21C3C1046E}"/>
          </ac:spMkLst>
        </pc:spChg>
        <pc:spChg chg="mod">
          <ac:chgData name="소현 윤" userId="7f28c9c3aee009c4" providerId="LiveId" clId="{CDBD873A-56C8-4353-BE3E-E3EA9A235EFC}" dt="2024-11-03T16:43:11.425" v="15725" actId="14100"/>
          <ac:spMkLst>
            <pc:docMk/>
            <pc:sldMk cId="1850481518" sldId="277"/>
            <ac:spMk id="16" creationId="{EDE4424E-B633-056C-4981-4076E8916EEA}"/>
          </ac:spMkLst>
        </pc:spChg>
        <pc:spChg chg="add mod">
          <ac:chgData name="소현 윤" userId="7f28c9c3aee009c4" providerId="LiveId" clId="{CDBD873A-56C8-4353-BE3E-E3EA9A235EFC}" dt="2024-10-31T15:48:34.405" v="9579" actId="1076"/>
          <ac:spMkLst>
            <pc:docMk/>
            <pc:sldMk cId="1850481518" sldId="277"/>
            <ac:spMk id="25" creationId="{EE3F6C66-ADCD-DD11-FC3A-866E43297255}"/>
          </ac:spMkLst>
        </pc:spChg>
        <pc:spChg chg="mod">
          <ac:chgData name="소현 윤" userId="7f28c9c3aee009c4" providerId="LiveId" clId="{CDBD873A-56C8-4353-BE3E-E3EA9A235EFC}" dt="2024-10-30T19:31:15.839" v="6062" actId="20577"/>
          <ac:spMkLst>
            <pc:docMk/>
            <pc:sldMk cId="1850481518" sldId="277"/>
            <ac:spMk id="30" creationId="{FA6D9E65-A9AA-C1B1-2413-0D1FCD9E59BB}"/>
          </ac:spMkLst>
        </pc:spChg>
        <pc:grpChg chg="add mod">
          <ac:chgData name="소현 윤" userId="7f28c9c3aee009c4" providerId="LiveId" clId="{CDBD873A-56C8-4353-BE3E-E3EA9A235EFC}" dt="2024-11-03T16:42:49.825" v="15712" actId="164"/>
          <ac:grpSpMkLst>
            <pc:docMk/>
            <pc:sldMk cId="1850481518" sldId="277"/>
            <ac:grpSpMk id="3" creationId="{E4D08293-6C39-9560-D871-BF15A9DC26B7}"/>
          </ac:grpSpMkLst>
        </pc:grpChg>
        <pc:grpChg chg="add mod">
          <ac:chgData name="소현 윤" userId="7f28c9c3aee009c4" providerId="LiveId" clId="{CDBD873A-56C8-4353-BE3E-E3EA9A235EFC}" dt="2024-11-03T16:42:53.817" v="15713" actId="1076"/>
          <ac:grpSpMkLst>
            <pc:docMk/>
            <pc:sldMk cId="1850481518" sldId="277"/>
            <ac:grpSpMk id="5" creationId="{651DD830-5618-5B2D-8B0D-A223CD205A4D}"/>
          </ac:grpSpMkLst>
        </pc:grpChg>
        <pc:grpChg chg="add mod">
          <ac:chgData name="소현 윤" userId="7f28c9c3aee009c4" providerId="LiveId" clId="{CDBD873A-56C8-4353-BE3E-E3EA9A235EFC}" dt="2024-11-03T16:42:23.599" v="15705" actId="164"/>
          <ac:grpSpMkLst>
            <pc:docMk/>
            <pc:sldMk cId="1850481518" sldId="277"/>
            <ac:grpSpMk id="10" creationId="{DFABFF49-79AA-D5B1-FFBB-82FC27CC949A}"/>
          </ac:grpSpMkLst>
        </pc:grpChg>
        <pc:grpChg chg="mod">
          <ac:chgData name="소현 윤" userId="7f28c9c3aee009c4" providerId="LiveId" clId="{CDBD873A-56C8-4353-BE3E-E3EA9A235EFC}" dt="2024-11-03T16:24:32.254" v="15559" actId="1076"/>
          <ac:grpSpMkLst>
            <pc:docMk/>
            <pc:sldMk cId="1850481518" sldId="277"/>
            <ac:grpSpMk id="32" creationId="{488BE3EF-C0A8-F2F9-251D-75A4EDED494E}"/>
          </ac:grpSpMkLst>
        </pc:grpChg>
        <pc:picChg chg="add mod modCrop">
          <ac:chgData name="소현 윤" userId="7f28c9c3aee009c4" providerId="LiveId" clId="{CDBD873A-56C8-4353-BE3E-E3EA9A235EFC}" dt="2024-10-31T15:48:06.808" v="9573" actId="571"/>
          <ac:picMkLst>
            <pc:docMk/>
            <pc:sldMk cId="1850481518" sldId="277"/>
            <ac:picMk id="2" creationId="{DFB09D5D-6E3B-EB00-0C1D-DE207322C906}"/>
          </ac:picMkLst>
        </pc:picChg>
        <pc:picChg chg="add mod">
          <ac:chgData name="소현 윤" userId="7f28c9c3aee009c4" providerId="LiveId" clId="{CDBD873A-56C8-4353-BE3E-E3EA9A235EFC}" dt="2024-10-31T15:48:06.808" v="9573" actId="571"/>
          <ac:picMkLst>
            <pc:docMk/>
            <pc:sldMk cId="1850481518" sldId="277"/>
            <ac:picMk id="7" creationId="{A04F31F2-E8EE-F4DC-1671-5F9188D3A456}"/>
          </ac:picMkLst>
        </pc:picChg>
        <pc:picChg chg="add mod">
          <ac:chgData name="소현 윤" userId="7f28c9c3aee009c4" providerId="LiveId" clId="{CDBD873A-56C8-4353-BE3E-E3EA9A235EFC}" dt="2024-11-03T16:42:23.599" v="15705" actId="164"/>
          <ac:picMkLst>
            <pc:docMk/>
            <pc:sldMk cId="1850481518" sldId="277"/>
            <ac:picMk id="23" creationId="{F300E123-F26C-1A0E-F32B-9BEAF9894FCD}"/>
          </ac:picMkLst>
        </pc:picChg>
        <pc:picChg chg="add mod">
          <ac:chgData name="소현 윤" userId="7f28c9c3aee009c4" providerId="LiveId" clId="{CDBD873A-56C8-4353-BE3E-E3EA9A235EFC}" dt="2024-11-03T16:42:23.599" v="15705" actId="164"/>
          <ac:picMkLst>
            <pc:docMk/>
            <pc:sldMk cId="1850481518" sldId="277"/>
            <ac:picMk id="24" creationId="{FD404175-9457-477A-3D51-F27158BCA90F}"/>
          </ac:picMkLst>
        </pc:picChg>
      </pc:sldChg>
      <pc:sldChg chg="addSp delSp modSp add del mod ord">
        <pc:chgData name="소현 윤" userId="7f28c9c3aee009c4" providerId="LiveId" clId="{CDBD873A-56C8-4353-BE3E-E3EA9A235EFC}" dt="2024-10-30T19:29:35.401" v="6045" actId="2696"/>
        <pc:sldMkLst>
          <pc:docMk/>
          <pc:sldMk cId="4181686649" sldId="277"/>
        </pc:sldMkLst>
      </pc:sldChg>
      <pc:sldChg chg="addSp modSp add mod">
        <pc:chgData name="소현 윤" userId="7f28c9c3aee009c4" providerId="LiveId" clId="{CDBD873A-56C8-4353-BE3E-E3EA9A235EFC}" dt="2024-11-03T19:12:17.265" v="17173" actId="20577"/>
        <pc:sldMkLst>
          <pc:docMk/>
          <pc:sldMk cId="3870915022" sldId="278"/>
        </pc:sldMkLst>
        <pc:spChg chg="add mod">
          <ac:chgData name="소현 윤" userId="7f28c9c3aee009c4" providerId="LiveId" clId="{CDBD873A-56C8-4353-BE3E-E3EA9A235EFC}" dt="2024-11-03T18:06:35.496" v="17072" actId="403"/>
          <ac:spMkLst>
            <pc:docMk/>
            <pc:sldMk cId="3870915022" sldId="278"/>
            <ac:spMk id="2" creationId="{2F63692E-3E43-58CA-D920-4DB716660FD2}"/>
          </ac:spMkLst>
        </pc:spChg>
        <pc:spChg chg="mod">
          <ac:chgData name="소현 윤" userId="7f28c9c3aee009c4" providerId="LiveId" clId="{CDBD873A-56C8-4353-BE3E-E3EA9A235EFC}" dt="2024-11-03T19:12:17.265" v="17173" actId="20577"/>
          <ac:spMkLst>
            <pc:docMk/>
            <pc:sldMk cId="3870915022" sldId="278"/>
            <ac:spMk id="4" creationId="{50BD87D6-D7E3-381F-342E-2D62A5FBDD37}"/>
          </ac:spMkLst>
        </pc:spChg>
        <pc:spChg chg="mod">
          <ac:chgData name="소현 윤" userId="7f28c9c3aee009c4" providerId="LiveId" clId="{CDBD873A-56C8-4353-BE3E-E3EA9A235EFC}" dt="2024-11-03T16:43:17.665" v="15729" actId="14100"/>
          <ac:spMkLst>
            <pc:docMk/>
            <pc:sldMk cId="3870915022" sldId="278"/>
            <ac:spMk id="16" creationId="{B10365F5-7546-232B-F440-54B37C743202}"/>
          </ac:spMkLst>
        </pc:spChg>
        <pc:spChg chg="mod">
          <ac:chgData name="소현 윤" userId="7f28c9c3aee009c4" providerId="LiveId" clId="{CDBD873A-56C8-4353-BE3E-E3EA9A235EFC}" dt="2024-10-30T19:34:34.574" v="6108" actId="20577"/>
          <ac:spMkLst>
            <pc:docMk/>
            <pc:sldMk cId="3870915022" sldId="278"/>
            <ac:spMk id="30" creationId="{5C6F66D2-E632-2524-2BDE-9078553BBA5E}"/>
          </ac:spMkLst>
        </pc:spChg>
        <pc:grpChg chg="mod">
          <ac:chgData name="소현 윤" userId="7f28c9c3aee009c4" providerId="LiveId" clId="{CDBD873A-56C8-4353-BE3E-E3EA9A235EFC}" dt="2024-11-03T16:24:42.301" v="15560" actId="1076"/>
          <ac:grpSpMkLst>
            <pc:docMk/>
            <pc:sldMk cId="3870915022" sldId="278"/>
            <ac:grpSpMk id="32" creationId="{8F395E04-ED1D-C71F-74E5-C2299316EE90}"/>
          </ac:grpSpMkLst>
        </pc:grpChg>
      </pc:sldChg>
      <pc:sldChg chg="addSp modSp add mod">
        <pc:chgData name="소현 윤" userId="7f28c9c3aee009c4" providerId="LiveId" clId="{CDBD873A-56C8-4353-BE3E-E3EA9A235EFC}" dt="2024-11-03T19:12:28.538" v="17181" actId="20577"/>
        <pc:sldMkLst>
          <pc:docMk/>
          <pc:sldMk cId="2707915652" sldId="279"/>
        </pc:sldMkLst>
        <pc:spChg chg="add mod">
          <ac:chgData name="소현 윤" userId="7f28c9c3aee009c4" providerId="LiveId" clId="{CDBD873A-56C8-4353-BE3E-E3EA9A235EFC}" dt="2024-11-03T18:06:00.680" v="17067" actId="404"/>
          <ac:spMkLst>
            <pc:docMk/>
            <pc:sldMk cId="2707915652" sldId="279"/>
            <ac:spMk id="2" creationId="{56AC7076-F7A4-E3C2-E717-59C8B3559C45}"/>
          </ac:spMkLst>
        </pc:spChg>
        <pc:spChg chg="mod">
          <ac:chgData name="소현 윤" userId="7f28c9c3aee009c4" providerId="LiveId" clId="{CDBD873A-56C8-4353-BE3E-E3EA9A235EFC}" dt="2024-11-03T19:12:28.538" v="17181" actId="20577"/>
          <ac:spMkLst>
            <pc:docMk/>
            <pc:sldMk cId="2707915652" sldId="279"/>
            <ac:spMk id="4" creationId="{D7C1A825-B0EE-493C-5582-55BB659CBF1A}"/>
          </ac:spMkLst>
        </pc:spChg>
        <pc:spChg chg="mod">
          <ac:chgData name="소현 윤" userId="7f28c9c3aee009c4" providerId="LiveId" clId="{CDBD873A-56C8-4353-BE3E-E3EA9A235EFC}" dt="2024-10-30T19:35:15.291" v="6120" actId="20577"/>
          <ac:spMkLst>
            <pc:docMk/>
            <pc:sldMk cId="2707915652" sldId="279"/>
            <ac:spMk id="30" creationId="{104EA737-E7D6-C62F-578D-7500E4C8DDC3}"/>
          </ac:spMkLst>
        </pc:spChg>
        <pc:grpChg chg="mod">
          <ac:chgData name="소현 윤" userId="7f28c9c3aee009c4" providerId="LiveId" clId="{CDBD873A-56C8-4353-BE3E-E3EA9A235EFC}" dt="2024-11-03T16:25:04.508" v="15562" actId="1076"/>
          <ac:grpSpMkLst>
            <pc:docMk/>
            <pc:sldMk cId="2707915652" sldId="279"/>
            <ac:grpSpMk id="32" creationId="{FD11F180-FFD1-8E52-F125-E765D01599D2}"/>
          </ac:grpSpMkLst>
        </pc:grpChg>
        <pc:graphicFrameChg chg="add mod modGraphic">
          <ac:chgData name="소현 윤" userId="7f28c9c3aee009c4" providerId="LiveId" clId="{CDBD873A-56C8-4353-BE3E-E3EA9A235EFC}" dt="2024-11-03T18:06:09.972" v="17068" actId="1076"/>
          <ac:graphicFrameMkLst>
            <pc:docMk/>
            <pc:sldMk cId="2707915652" sldId="279"/>
            <ac:graphicFrameMk id="3" creationId="{EE0D6F3B-1375-6238-99F4-91564DA7C75C}"/>
          </ac:graphicFrameMkLst>
        </pc:graphicFrameChg>
      </pc:sldChg>
      <pc:sldChg chg="addSp delSp modSp add mod">
        <pc:chgData name="소현 윤" userId="7f28c9c3aee009c4" providerId="LiveId" clId="{CDBD873A-56C8-4353-BE3E-E3EA9A235EFC}" dt="2024-11-03T19:12:33.186" v="17185" actId="20577"/>
        <pc:sldMkLst>
          <pc:docMk/>
          <pc:sldMk cId="3650787462" sldId="280"/>
        </pc:sldMkLst>
        <pc:spChg chg="add mod">
          <ac:chgData name="소현 윤" userId="7f28c9c3aee009c4" providerId="LiveId" clId="{CDBD873A-56C8-4353-BE3E-E3EA9A235EFC}" dt="2024-11-03T18:03:07.892" v="17004" actId="1076"/>
          <ac:spMkLst>
            <pc:docMk/>
            <pc:sldMk cId="3650787462" sldId="280"/>
            <ac:spMk id="3" creationId="{BD6FC497-B0A2-2D1E-2455-7A1B8573D175}"/>
          </ac:spMkLst>
        </pc:spChg>
        <pc:spChg chg="mod">
          <ac:chgData name="소현 윤" userId="7f28c9c3aee009c4" providerId="LiveId" clId="{CDBD873A-56C8-4353-BE3E-E3EA9A235EFC}" dt="2024-11-03T19:12:33.186" v="17185" actId="20577"/>
          <ac:spMkLst>
            <pc:docMk/>
            <pc:sldMk cId="3650787462" sldId="280"/>
            <ac:spMk id="4" creationId="{97BEB697-4CB7-B27F-230C-E1FD868E3CF8}"/>
          </ac:spMkLst>
        </pc:spChg>
        <pc:spChg chg="add mod">
          <ac:chgData name="소현 윤" userId="7f28c9c3aee009c4" providerId="LiveId" clId="{CDBD873A-56C8-4353-BE3E-E3EA9A235EFC}" dt="2024-11-03T18:03:07.892" v="17004" actId="1076"/>
          <ac:spMkLst>
            <pc:docMk/>
            <pc:sldMk cId="3650787462" sldId="280"/>
            <ac:spMk id="9" creationId="{F1CDABA5-1548-0582-4614-E8F90A3D8831}"/>
          </ac:spMkLst>
        </pc:spChg>
        <pc:spChg chg="add mod">
          <ac:chgData name="소현 윤" userId="7f28c9c3aee009c4" providerId="LiveId" clId="{CDBD873A-56C8-4353-BE3E-E3EA9A235EFC}" dt="2024-11-03T18:06:18.895" v="17070" actId="403"/>
          <ac:spMkLst>
            <pc:docMk/>
            <pc:sldMk cId="3650787462" sldId="280"/>
            <ac:spMk id="13" creationId="{1B4CCEB8-68BE-7045-15CB-90C41B90FB5C}"/>
          </ac:spMkLst>
        </pc:spChg>
        <pc:spChg chg="mod">
          <ac:chgData name="소현 윤" userId="7f28c9c3aee009c4" providerId="LiveId" clId="{CDBD873A-56C8-4353-BE3E-E3EA9A235EFC}" dt="2024-10-30T19:35:56.104" v="6168" actId="20577"/>
          <ac:spMkLst>
            <pc:docMk/>
            <pc:sldMk cId="3650787462" sldId="280"/>
            <ac:spMk id="30" creationId="{8AA93F87-B1F5-429D-4363-D374724ECB2A}"/>
          </ac:spMkLst>
        </pc:spChg>
        <pc:grpChg chg="mod">
          <ac:chgData name="소현 윤" userId="7f28c9c3aee009c4" providerId="LiveId" clId="{CDBD873A-56C8-4353-BE3E-E3EA9A235EFC}" dt="2024-11-03T16:25:14.015" v="15563" actId="1076"/>
          <ac:grpSpMkLst>
            <pc:docMk/>
            <pc:sldMk cId="3650787462" sldId="280"/>
            <ac:grpSpMk id="32" creationId="{B7721945-1EE5-D6C1-56E7-55C1AA7A19E6}"/>
          </ac:grpSpMkLst>
        </pc:grpChg>
        <pc:graphicFrameChg chg="add mod modGraphic">
          <ac:chgData name="소현 윤" userId="7f28c9c3aee009c4" providerId="LiveId" clId="{CDBD873A-56C8-4353-BE3E-E3EA9A235EFC}" dt="2024-11-03T16:49:13.998" v="15798" actId="1076"/>
          <ac:graphicFrameMkLst>
            <pc:docMk/>
            <pc:sldMk cId="3650787462" sldId="280"/>
            <ac:graphicFrameMk id="2" creationId="{C99907BA-9085-42AA-A102-F690188196C1}"/>
          </ac:graphicFrameMkLst>
        </pc:graphicFrameChg>
        <pc:graphicFrameChg chg="add mod modGraphic">
          <ac:chgData name="소현 윤" userId="7f28c9c3aee009c4" providerId="LiveId" clId="{CDBD873A-56C8-4353-BE3E-E3EA9A235EFC}" dt="2024-11-03T16:49:13.998" v="15798" actId="1076"/>
          <ac:graphicFrameMkLst>
            <pc:docMk/>
            <pc:sldMk cId="3650787462" sldId="280"/>
            <ac:graphicFrameMk id="10" creationId="{7C51EB1E-50DA-7903-DFA4-126B350AD791}"/>
          </ac:graphicFrameMkLst>
        </pc:graphicFrameChg>
      </pc:sldChg>
      <pc:sldChg chg="addSp delSp modSp add mod">
        <pc:chgData name="소현 윤" userId="7f28c9c3aee009c4" providerId="LiveId" clId="{CDBD873A-56C8-4353-BE3E-E3EA9A235EFC}" dt="2024-11-03T19:12:50.330" v="17193" actId="20577"/>
        <pc:sldMkLst>
          <pc:docMk/>
          <pc:sldMk cId="3927697593" sldId="281"/>
        </pc:sldMkLst>
        <pc:spChg chg="add mod">
          <ac:chgData name="소현 윤" userId="7f28c9c3aee009c4" providerId="LiveId" clId="{CDBD873A-56C8-4353-BE3E-E3EA9A235EFC}" dt="2024-11-03T19:12:50.330" v="17193" actId="20577"/>
          <ac:spMkLst>
            <pc:docMk/>
            <pc:sldMk cId="3927697593" sldId="281"/>
            <ac:spMk id="2" creationId="{80B775BB-D1AF-4B8F-1CB2-F668536F5EF2}"/>
          </ac:spMkLst>
        </pc:spChg>
        <pc:spChg chg="add mod">
          <ac:chgData name="소현 윤" userId="7f28c9c3aee009c4" providerId="LiveId" clId="{CDBD873A-56C8-4353-BE3E-E3EA9A235EFC}" dt="2024-11-03T17:58:02.480" v="16992" actId="5793"/>
          <ac:spMkLst>
            <pc:docMk/>
            <pc:sldMk cId="3927697593" sldId="281"/>
            <ac:spMk id="3" creationId="{F40A56AA-E65A-E02A-F8F5-1A2C19750917}"/>
          </ac:spMkLst>
        </pc:spChg>
        <pc:spChg chg="mod">
          <ac:chgData name="소현 윤" userId="7f28c9c3aee009c4" providerId="LiveId" clId="{CDBD873A-56C8-4353-BE3E-E3EA9A235EFC}" dt="2024-11-03T16:43:51.338" v="15758" actId="20577"/>
          <ac:spMkLst>
            <pc:docMk/>
            <pc:sldMk cId="3927697593" sldId="281"/>
            <ac:spMk id="16" creationId="{FA03AFC4-D7E0-19F2-6902-4FEE233348DD}"/>
          </ac:spMkLst>
        </pc:spChg>
        <pc:spChg chg="add del mod topLvl">
          <ac:chgData name="소현 윤" userId="7f28c9c3aee009c4" providerId="LiveId" clId="{CDBD873A-56C8-4353-BE3E-E3EA9A235EFC}" dt="2024-11-03T17:55:55.489" v="16823" actId="20577"/>
          <ac:spMkLst>
            <pc:docMk/>
            <pc:sldMk cId="3927697593" sldId="281"/>
            <ac:spMk id="30" creationId="{0C68E6EA-210C-CAB3-7AAE-8023F295B84E}"/>
          </ac:spMkLst>
        </pc:spChg>
        <pc:spChg chg="mod topLvl">
          <ac:chgData name="소현 윤" userId="7f28c9c3aee009c4" providerId="LiveId" clId="{CDBD873A-56C8-4353-BE3E-E3EA9A235EFC}" dt="2024-11-03T16:43:55.909" v="15760" actId="478"/>
          <ac:spMkLst>
            <pc:docMk/>
            <pc:sldMk cId="3927697593" sldId="281"/>
            <ac:spMk id="31" creationId="{1582A037-BF81-2CF2-E3ED-E16F3BC8A436}"/>
          </ac:spMkLst>
        </pc:spChg>
        <pc:grpChg chg="add del mod">
          <ac:chgData name="소현 윤" userId="7f28c9c3aee009c4" providerId="LiveId" clId="{CDBD873A-56C8-4353-BE3E-E3EA9A235EFC}" dt="2024-11-03T16:43:55.909" v="15760" actId="478"/>
          <ac:grpSpMkLst>
            <pc:docMk/>
            <pc:sldMk cId="3927697593" sldId="281"/>
            <ac:grpSpMk id="32" creationId="{4C5BB0B5-EE0D-D8A5-B846-73B066D03D98}"/>
          </ac:grpSpMkLst>
        </pc:grpChg>
        <pc:graphicFrameChg chg="add mod modGraphic">
          <ac:chgData name="소현 윤" userId="7f28c9c3aee009c4" providerId="LiveId" clId="{CDBD873A-56C8-4353-BE3E-E3EA9A235EFC}" dt="2024-11-03T17:57:46.566" v="16991" actId="1076"/>
          <ac:graphicFrameMkLst>
            <pc:docMk/>
            <pc:sldMk cId="3927697593" sldId="281"/>
            <ac:graphicFrameMk id="4" creationId="{333267F8-1AB5-0630-5CFC-F3CE9CA78638}"/>
          </ac:graphicFrameMkLst>
        </pc:graphicFrameChg>
      </pc:sldChg>
      <pc:sldChg chg="delSp modSp add mod">
        <pc:chgData name="소현 윤" userId="7f28c9c3aee009c4" providerId="LiveId" clId="{CDBD873A-56C8-4353-BE3E-E3EA9A235EFC}" dt="2024-10-30T19:38:23.567" v="6253" actId="478"/>
        <pc:sldMkLst>
          <pc:docMk/>
          <pc:sldMk cId="2036941635" sldId="282"/>
        </pc:sldMkLst>
        <pc:spChg chg="mod">
          <ac:chgData name="소현 윤" userId="7f28c9c3aee009c4" providerId="LiveId" clId="{CDBD873A-56C8-4353-BE3E-E3EA9A235EFC}" dt="2024-10-30T19:38:14.783" v="6252" actId="404"/>
          <ac:spMkLst>
            <pc:docMk/>
            <pc:sldMk cId="2036941635" sldId="282"/>
            <ac:spMk id="16" creationId="{16F01999-9337-E5EE-F73B-2114DAA8CEB4}"/>
          </ac:spMkLst>
        </pc:spChg>
      </pc:sldChg>
      <pc:sldChg chg="addSp delSp modSp add del mod">
        <pc:chgData name="소현 윤" userId="7f28c9c3aee009c4" providerId="LiveId" clId="{CDBD873A-56C8-4353-BE3E-E3EA9A235EFC}" dt="2024-11-03T19:12:00.852" v="17163" actId="20577"/>
        <pc:sldMkLst>
          <pc:docMk/>
          <pc:sldMk cId="1105825378" sldId="283"/>
        </pc:sldMkLst>
      </pc:sldChg>
      <pc:sldChg chg="addSp delSp modSp add mod">
        <pc:chgData name="소현 윤" userId="7f28c9c3aee009c4" providerId="LiveId" clId="{CDBD873A-56C8-4353-BE3E-E3EA9A235EFC}" dt="2024-11-03T19:12:37.888" v="17189" actId="20577"/>
        <pc:sldMkLst>
          <pc:docMk/>
          <pc:sldMk cId="1186934412" sldId="284"/>
        </pc:sldMkLst>
        <pc:spChg chg="add del mod">
          <ac:chgData name="소현 윤" userId="7f28c9c3aee009c4" providerId="LiveId" clId="{CDBD873A-56C8-4353-BE3E-E3EA9A235EFC}" dt="2024-11-03T18:03:10.985" v="17005" actId="1076"/>
          <ac:spMkLst>
            <pc:docMk/>
            <pc:sldMk cId="1186934412" sldId="284"/>
            <ac:spMk id="3" creationId="{03A6B8D4-2DF7-82BC-4590-C39421CD6EC3}"/>
          </ac:spMkLst>
        </pc:spChg>
        <pc:spChg chg="mod">
          <ac:chgData name="소현 윤" userId="7f28c9c3aee009c4" providerId="LiveId" clId="{CDBD873A-56C8-4353-BE3E-E3EA9A235EFC}" dt="2024-11-03T19:12:37.888" v="17189" actId="20577"/>
          <ac:spMkLst>
            <pc:docMk/>
            <pc:sldMk cId="1186934412" sldId="284"/>
            <ac:spMk id="4" creationId="{41A305AD-E867-4042-93F9-257356E708E4}"/>
          </ac:spMkLst>
        </pc:spChg>
        <pc:spChg chg="mod ord">
          <ac:chgData name="소현 윤" userId="7f28c9c3aee009c4" providerId="LiveId" clId="{CDBD873A-56C8-4353-BE3E-E3EA9A235EFC}" dt="2024-11-03T16:49:33.789" v="15801" actId="1076"/>
          <ac:spMkLst>
            <pc:docMk/>
            <pc:sldMk cId="1186934412" sldId="284"/>
            <ac:spMk id="5" creationId="{4A3E2B50-E11E-8859-5752-E8AE712D8624}"/>
          </ac:spMkLst>
        </pc:spChg>
        <pc:grpChg chg="mod">
          <ac:chgData name="소현 윤" userId="7f28c9c3aee009c4" providerId="LiveId" clId="{CDBD873A-56C8-4353-BE3E-E3EA9A235EFC}" dt="2024-11-03T16:25:27.527" v="15564" actId="1076"/>
          <ac:grpSpMkLst>
            <pc:docMk/>
            <pc:sldMk cId="1186934412" sldId="284"/>
            <ac:grpSpMk id="32" creationId="{CA3815BD-88DC-1024-D39C-CE0AECB57286}"/>
          </ac:grpSpMkLst>
        </pc:grpChg>
        <pc:graphicFrameChg chg="add del mod modGraphic">
          <ac:chgData name="소현 윤" userId="7f28c9c3aee009c4" providerId="LiveId" clId="{CDBD873A-56C8-4353-BE3E-E3EA9A235EFC}" dt="2024-11-03T16:49:44.773" v="15802" actId="1076"/>
          <ac:graphicFrameMkLst>
            <pc:docMk/>
            <pc:sldMk cId="1186934412" sldId="284"/>
            <ac:graphicFrameMk id="2" creationId="{971E0911-D41B-4156-0CF0-A5BDF7AE98BF}"/>
          </ac:graphicFrameMkLst>
        </pc:graphicFrameChg>
      </pc:sldChg>
      <pc:sldChg chg="addSp delSp modSp add mod">
        <pc:chgData name="소현 윤" userId="7f28c9c3aee009c4" providerId="LiveId" clId="{CDBD873A-56C8-4353-BE3E-E3EA9A235EFC}" dt="2024-11-03T20:42:20.142" v="17217" actId="1076"/>
        <pc:sldMkLst>
          <pc:docMk/>
          <pc:sldMk cId="1717737864" sldId="285"/>
        </pc:sldMkLst>
        <pc:spChg chg="mod">
          <ac:chgData name="소현 윤" userId="7f28c9c3aee009c4" providerId="LiveId" clId="{CDBD873A-56C8-4353-BE3E-E3EA9A235EFC}" dt="2024-11-03T19:12:45.155" v="17191" actId="20577"/>
          <ac:spMkLst>
            <pc:docMk/>
            <pc:sldMk cId="1717737864" sldId="285"/>
            <ac:spMk id="4" creationId="{BC3796F5-2315-9007-A02D-4F2FDCE63F64}"/>
          </ac:spMkLst>
        </pc:spChg>
        <pc:spChg chg="mod">
          <ac:chgData name="소현 윤" userId="7f28c9c3aee009c4" providerId="LiveId" clId="{CDBD873A-56C8-4353-BE3E-E3EA9A235EFC}" dt="2024-11-03T16:49:54.998" v="15803" actId="1076"/>
          <ac:spMkLst>
            <pc:docMk/>
            <pc:sldMk cId="1717737864" sldId="285"/>
            <ac:spMk id="5" creationId="{CE7CE64F-E6A1-0344-C9F9-F0CF87902199}"/>
          </ac:spMkLst>
        </pc:spChg>
        <pc:grpChg chg="mod">
          <ac:chgData name="소현 윤" userId="7f28c9c3aee009c4" providerId="LiveId" clId="{CDBD873A-56C8-4353-BE3E-E3EA9A235EFC}" dt="2024-11-03T16:25:38.811" v="15565" actId="1076"/>
          <ac:grpSpMkLst>
            <pc:docMk/>
            <pc:sldMk cId="1717737864" sldId="285"/>
            <ac:grpSpMk id="32" creationId="{C33CBD8D-7571-5195-C773-7D870CE99DC5}"/>
          </ac:grpSpMkLst>
        </pc:grpChg>
      </pc:sldChg>
      <pc:sldChg chg="delSp modSp add del mod">
        <pc:chgData name="소현 윤" userId="7f28c9c3aee009c4" providerId="LiveId" clId="{CDBD873A-56C8-4353-BE3E-E3EA9A235EFC}" dt="2024-10-31T16:08:02.260" v="10029" actId="47"/>
        <pc:sldMkLst>
          <pc:docMk/>
          <pc:sldMk cId="3311101451" sldId="285"/>
        </pc:sldMkLst>
      </pc:sldChg>
      <pc:sldChg chg="addSp delSp modSp add mod">
        <pc:chgData name="소현 윤" userId="7f28c9c3aee009c4" providerId="LiveId" clId="{CDBD873A-56C8-4353-BE3E-E3EA9A235EFC}" dt="2024-11-03T19:07:50.379" v="17119" actId="20577"/>
        <pc:sldMkLst>
          <pc:docMk/>
          <pc:sldMk cId="51670954" sldId="286"/>
        </pc:sldMkLst>
      </pc:sldChg>
      <pc:sldChg chg="modSp add del mod">
        <pc:chgData name="소현 윤" userId="7f28c9c3aee009c4" providerId="LiveId" clId="{CDBD873A-56C8-4353-BE3E-E3EA9A235EFC}" dt="2024-11-02T18:51:04.867" v="11065" actId="2696"/>
        <pc:sldMkLst>
          <pc:docMk/>
          <pc:sldMk cId="2855901676" sldId="287"/>
        </pc:sldMkLst>
      </pc:sldChg>
      <pc:sldChg chg="addSp delSp modSp add mod">
        <pc:chgData name="소현 윤" userId="7f28c9c3aee009c4" providerId="LiveId" clId="{CDBD873A-56C8-4353-BE3E-E3EA9A235EFC}" dt="2024-11-03T19:12:22.520" v="17177" actId="6549"/>
        <pc:sldMkLst>
          <pc:docMk/>
          <pc:sldMk cId="3250338793" sldId="287"/>
        </pc:sldMkLst>
        <pc:spChg chg="mod">
          <ac:chgData name="소현 윤" userId="7f28c9c3aee009c4" providerId="LiveId" clId="{CDBD873A-56C8-4353-BE3E-E3EA9A235EFC}" dt="2024-11-03T19:12:22.520" v="17177" actId="6549"/>
          <ac:spMkLst>
            <pc:docMk/>
            <pc:sldMk cId="3250338793" sldId="287"/>
            <ac:spMk id="4" creationId="{2CF5554B-5FAE-18BF-4195-BD1B28F7EABF}"/>
          </ac:spMkLst>
        </pc:spChg>
        <pc:spChg chg="add mod">
          <ac:chgData name="소현 윤" userId="7f28c9c3aee009c4" providerId="LiveId" clId="{CDBD873A-56C8-4353-BE3E-E3EA9A235EFC}" dt="2024-11-03T17:47:26.442" v="16063" actId="1076"/>
          <ac:spMkLst>
            <pc:docMk/>
            <pc:sldMk cId="3250338793" sldId="287"/>
            <ac:spMk id="9" creationId="{9DFE2BF7-E212-D021-EEAF-5F5587A7C5AD}"/>
          </ac:spMkLst>
        </pc:spChg>
        <pc:spChg chg="add mod">
          <ac:chgData name="소현 윤" userId="7f28c9c3aee009c4" providerId="LiveId" clId="{CDBD873A-56C8-4353-BE3E-E3EA9A235EFC}" dt="2024-11-03T17:47:53.551" v="16071" actId="14100"/>
          <ac:spMkLst>
            <pc:docMk/>
            <pc:sldMk cId="3250338793" sldId="287"/>
            <ac:spMk id="10" creationId="{50E8729C-AAFF-6B2E-B57C-0ED719BE59F7}"/>
          </ac:spMkLst>
        </pc:spChg>
        <pc:spChg chg="add mod">
          <ac:chgData name="소현 윤" userId="7f28c9c3aee009c4" providerId="LiveId" clId="{CDBD873A-56C8-4353-BE3E-E3EA9A235EFC}" dt="2024-11-03T17:47:39.482" v="16068" actId="1076"/>
          <ac:spMkLst>
            <pc:docMk/>
            <pc:sldMk cId="3250338793" sldId="287"/>
            <ac:spMk id="11" creationId="{C666793E-C0DA-890A-7E2D-1E5202BA3FCA}"/>
          </ac:spMkLst>
        </pc:spChg>
        <pc:spChg chg="add mod">
          <ac:chgData name="소현 윤" userId="7f28c9c3aee009c4" providerId="LiveId" clId="{CDBD873A-56C8-4353-BE3E-E3EA9A235EFC}" dt="2024-11-03T17:47:28.679" v="16064" actId="1076"/>
          <ac:spMkLst>
            <pc:docMk/>
            <pc:sldMk cId="3250338793" sldId="287"/>
            <ac:spMk id="13" creationId="{C705EB6D-6A00-401D-D352-D78560F9CA9D}"/>
          </ac:spMkLst>
        </pc:spChg>
        <pc:spChg chg="add mod">
          <ac:chgData name="소현 윤" userId="7f28c9c3aee009c4" providerId="LiveId" clId="{CDBD873A-56C8-4353-BE3E-E3EA9A235EFC}" dt="2024-11-03T17:47:42.282" v="16069" actId="1076"/>
          <ac:spMkLst>
            <pc:docMk/>
            <pc:sldMk cId="3250338793" sldId="287"/>
            <ac:spMk id="14" creationId="{17DB636B-A1BC-C2BC-7657-9EA270FDBFC6}"/>
          </ac:spMkLst>
        </pc:spChg>
        <pc:spChg chg="add mod topLvl">
          <ac:chgData name="소현 윤" userId="7f28c9c3aee009c4" providerId="LiveId" clId="{CDBD873A-56C8-4353-BE3E-E3EA9A235EFC}" dt="2024-11-03T17:46:00.269" v="16052" actId="164"/>
          <ac:spMkLst>
            <pc:docMk/>
            <pc:sldMk cId="3250338793" sldId="287"/>
            <ac:spMk id="15" creationId="{388C293E-3C7F-F9B4-E89A-BFA73199FAFE}"/>
          </ac:spMkLst>
        </pc:spChg>
        <pc:spChg chg="mod">
          <ac:chgData name="소현 윤" userId="7f28c9c3aee009c4" providerId="LiveId" clId="{CDBD873A-56C8-4353-BE3E-E3EA9A235EFC}" dt="2024-11-03T17:46:05.578" v="16053" actId="571"/>
          <ac:spMkLst>
            <pc:docMk/>
            <pc:sldMk cId="3250338793" sldId="287"/>
            <ac:spMk id="25" creationId="{3450F015-5853-2F38-F623-53F21C43840B}"/>
          </ac:spMkLst>
        </pc:spChg>
        <pc:spChg chg="mod">
          <ac:chgData name="소현 윤" userId="7f28c9c3aee009c4" providerId="LiveId" clId="{CDBD873A-56C8-4353-BE3E-E3EA9A235EFC}" dt="2024-11-03T17:54:04.864" v="16806" actId="1038"/>
          <ac:spMkLst>
            <pc:docMk/>
            <pc:sldMk cId="3250338793" sldId="287"/>
            <ac:spMk id="30" creationId="{56F6A00C-5D56-DAAF-FCA5-76DBEBA4CE99}"/>
          </ac:spMkLst>
        </pc:spChg>
        <pc:spChg chg="add mod">
          <ac:chgData name="소현 윤" userId="7f28c9c3aee009c4" providerId="LiveId" clId="{CDBD873A-56C8-4353-BE3E-E3EA9A235EFC}" dt="2024-11-03T17:51:35.563" v="16716" actId="164"/>
          <ac:spMkLst>
            <pc:docMk/>
            <pc:sldMk cId="3250338793" sldId="287"/>
            <ac:spMk id="34" creationId="{F7981A75-4EAB-9E82-3465-A4C9071304F7}"/>
          </ac:spMkLst>
        </pc:spChg>
        <pc:spChg chg="add mod">
          <ac:chgData name="소현 윤" userId="7f28c9c3aee009c4" providerId="LiveId" clId="{CDBD873A-56C8-4353-BE3E-E3EA9A235EFC}" dt="2024-11-03T17:51:35.563" v="16716" actId="164"/>
          <ac:spMkLst>
            <pc:docMk/>
            <pc:sldMk cId="3250338793" sldId="287"/>
            <ac:spMk id="35" creationId="{4F4EFF9E-B0F1-CDCE-C0F7-B98CA5294D94}"/>
          </ac:spMkLst>
        </pc:spChg>
        <pc:spChg chg="add mod">
          <ac:chgData name="소현 윤" userId="7f28c9c3aee009c4" providerId="LiveId" clId="{CDBD873A-56C8-4353-BE3E-E3EA9A235EFC}" dt="2024-11-03T17:52:28.899" v="16795" actId="20577"/>
          <ac:spMkLst>
            <pc:docMk/>
            <pc:sldMk cId="3250338793" sldId="287"/>
            <ac:spMk id="36" creationId="{8DD0FA1B-4D12-2C14-C38E-7682508858F8}"/>
          </ac:spMkLst>
        </pc:spChg>
        <pc:grpChg chg="add mod">
          <ac:chgData name="소현 윤" userId="7f28c9c3aee009c4" providerId="LiveId" clId="{CDBD873A-56C8-4353-BE3E-E3EA9A235EFC}" dt="2024-11-03T17:47:08.728" v="16059" actId="164"/>
          <ac:grpSpMkLst>
            <pc:docMk/>
            <pc:sldMk cId="3250338793" sldId="287"/>
            <ac:grpSpMk id="23" creationId="{3FCCBF9D-C917-1CA1-C544-52570B262A70}"/>
          </ac:grpSpMkLst>
        </pc:grpChg>
        <pc:grpChg chg="add mod">
          <ac:chgData name="소현 윤" userId="7f28c9c3aee009c4" providerId="LiveId" clId="{CDBD873A-56C8-4353-BE3E-E3EA9A235EFC}" dt="2024-11-03T17:47:08.728" v="16059" actId="164"/>
          <ac:grpSpMkLst>
            <pc:docMk/>
            <pc:sldMk cId="3250338793" sldId="287"/>
            <ac:grpSpMk id="24" creationId="{6C97AF11-340D-5884-8513-90C04659A0D5}"/>
          </ac:grpSpMkLst>
        </pc:grpChg>
        <pc:grpChg chg="add del mod">
          <ac:chgData name="소현 윤" userId="7f28c9c3aee009c4" providerId="LiveId" clId="{CDBD873A-56C8-4353-BE3E-E3EA9A235EFC}" dt="2024-11-03T17:53:40.792" v="16798" actId="478"/>
          <ac:grpSpMkLst>
            <pc:docMk/>
            <pc:sldMk cId="3250338793" sldId="287"/>
            <ac:grpSpMk id="32" creationId="{70A828E1-875E-5758-3A0B-C8C078AA206E}"/>
          </ac:grpSpMkLst>
        </pc:grpChg>
        <pc:grpChg chg="add mod">
          <ac:chgData name="소현 윤" userId="7f28c9c3aee009c4" providerId="LiveId" clId="{CDBD873A-56C8-4353-BE3E-E3EA9A235EFC}" dt="2024-11-03T17:51:35.563" v="16716" actId="164"/>
          <ac:grpSpMkLst>
            <pc:docMk/>
            <pc:sldMk cId="3250338793" sldId="287"/>
            <ac:grpSpMk id="33" creationId="{301F32AC-AB5A-72A9-B621-8E095C4309AC}"/>
          </ac:grpSpMkLst>
        </pc:grpChg>
        <pc:grpChg chg="add mod">
          <ac:chgData name="소현 윤" userId="7f28c9c3aee009c4" providerId="LiveId" clId="{CDBD873A-56C8-4353-BE3E-E3EA9A235EFC}" dt="2024-11-03T17:52:01.986" v="16721" actId="1076"/>
          <ac:grpSpMkLst>
            <pc:docMk/>
            <pc:sldMk cId="3250338793" sldId="287"/>
            <ac:grpSpMk id="37" creationId="{7BC357CE-971A-8EC6-C5B1-9C6FE0014289}"/>
          </ac:grpSpMkLst>
        </pc:grpChg>
        <pc:picChg chg="add mod modCrop">
          <ac:chgData name="소현 윤" userId="7f28c9c3aee009c4" providerId="LiveId" clId="{CDBD873A-56C8-4353-BE3E-E3EA9A235EFC}" dt="2024-11-03T17:47:08.728" v="16059" actId="164"/>
          <ac:picMkLst>
            <pc:docMk/>
            <pc:sldMk cId="3250338793" sldId="287"/>
            <ac:picMk id="3" creationId="{DBC240D4-9BFE-BF7A-2D53-D6842E18FA59}"/>
          </ac:picMkLst>
        </pc:picChg>
        <pc:picChg chg="add mod modCrop">
          <ac:chgData name="소현 윤" userId="7f28c9c3aee009c4" providerId="LiveId" clId="{CDBD873A-56C8-4353-BE3E-E3EA9A235EFC}" dt="2024-11-03T17:47:08.728" v="16059" actId="164"/>
          <ac:picMkLst>
            <pc:docMk/>
            <pc:sldMk cId="3250338793" sldId="287"/>
            <ac:picMk id="5" creationId="{4F202CB2-BA99-AACA-8400-E13AE43B3FE5}"/>
          </ac:picMkLst>
        </pc:picChg>
        <pc:picChg chg="add mod">
          <ac:chgData name="소현 윤" userId="7f28c9c3aee009c4" providerId="LiveId" clId="{CDBD873A-56C8-4353-BE3E-E3EA9A235EFC}" dt="2024-11-03T17:53:04.406" v="16796" actId="1076"/>
          <ac:picMkLst>
            <pc:docMk/>
            <pc:sldMk cId="3250338793" sldId="287"/>
            <ac:picMk id="12" creationId="{72025357-9A4B-468C-F7C6-0AB4CF45392B}"/>
          </ac:picMkLst>
        </pc:picChg>
        <pc:picChg chg="add mod topLvl">
          <ac:chgData name="소현 윤" userId="7f28c9c3aee009c4" providerId="LiveId" clId="{CDBD873A-56C8-4353-BE3E-E3EA9A235EFC}" dt="2024-11-03T17:46:00.269" v="16052" actId="164"/>
          <ac:picMkLst>
            <pc:docMk/>
            <pc:sldMk cId="3250338793" sldId="287"/>
            <ac:picMk id="17" creationId="{A3C48F42-FC4D-EC43-DB3B-D5248A01833E}"/>
          </ac:picMkLst>
        </pc:picChg>
        <pc:picChg chg="add mod">
          <ac:chgData name="소현 윤" userId="7f28c9c3aee009c4" providerId="LiveId" clId="{CDBD873A-56C8-4353-BE3E-E3EA9A235EFC}" dt="2024-11-03T17:53:04.406" v="16796" actId="1076"/>
          <ac:picMkLst>
            <pc:docMk/>
            <pc:sldMk cId="3250338793" sldId="287"/>
            <ac:picMk id="19" creationId="{79E9F00D-FD48-114C-9705-677B98DDE39A}"/>
          </ac:picMkLst>
        </pc:picChg>
        <pc:picChg chg="mod">
          <ac:chgData name="소현 윤" userId="7f28c9c3aee009c4" providerId="LiveId" clId="{CDBD873A-56C8-4353-BE3E-E3EA9A235EFC}" dt="2024-11-03T17:46:05.578" v="16053" actId="571"/>
          <ac:picMkLst>
            <pc:docMk/>
            <pc:sldMk cId="3250338793" sldId="287"/>
            <ac:picMk id="26" creationId="{B8FE53DA-D8C3-F04C-2FEF-BC4B80B9A06A}"/>
          </ac:picMkLst>
        </pc:picChg>
      </pc:sldChg>
      <pc:sldChg chg="addSp delSp modSp add del mod setBg">
        <pc:chgData name="소현 윤" userId="7f28c9c3aee009c4" providerId="LiveId" clId="{CDBD873A-56C8-4353-BE3E-E3EA9A235EFC}" dt="2024-11-03T13:11:53.811" v="14314" actId="47"/>
        <pc:sldMkLst>
          <pc:docMk/>
          <pc:sldMk cId="2323614213" sldId="288"/>
        </pc:sldMkLst>
      </pc:sldChg>
      <pc:sldChg chg="addSp modSp add del mod ord">
        <pc:chgData name="소현 윤" userId="7f28c9c3aee009c4" providerId="LiveId" clId="{CDBD873A-56C8-4353-BE3E-E3EA9A235EFC}" dt="2024-11-03T13:05:06.199" v="14138" actId="47"/>
        <pc:sldMkLst>
          <pc:docMk/>
          <pc:sldMk cId="3867135111" sldId="289"/>
        </pc:sldMkLst>
      </pc:sldChg>
      <pc:sldChg chg="addSp delSp modSp add mod ord">
        <pc:chgData name="소현 윤" userId="7f28c9c3aee009c4" providerId="LiveId" clId="{CDBD873A-56C8-4353-BE3E-E3EA9A235EFC}" dt="2024-11-03T16:17:44.150" v="15483" actId="14100"/>
        <pc:sldMkLst>
          <pc:docMk/>
          <pc:sldMk cId="3377759872" sldId="290"/>
        </pc:sldMkLst>
      </pc:sldChg>
      <pc:sldChg chg="add del">
        <pc:chgData name="소현 윤" userId="7f28c9c3aee009c4" providerId="LiveId" clId="{CDBD873A-56C8-4353-BE3E-E3EA9A235EFC}" dt="2024-11-03T12:22:41.292" v="13486" actId="2890"/>
        <pc:sldMkLst>
          <pc:docMk/>
          <pc:sldMk cId="1211715194" sldId="291"/>
        </pc:sldMkLst>
      </pc:sldChg>
      <pc:sldChg chg="addSp delSp modSp add mod ord">
        <pc:chgData name="소현 윤" userId="7f28c9c3aee009c4" providerId="LiveId" clId="{CDBD873A-56C8-4353-BE3E-E3EA9A235EFC}" dt="2024-11-03T19:07:34.955" v="17113" actId="20577"/>
        <pc:sldMkLst>
          <pc:docMk/>
          <pc:sldMk cId="1352537677" sldId="291"/>
        </pc:sldMkLst>
      </pc:sldChg>
      <pc:sldChg chg="addSp delSp modSp add del mod">
        <pc:chgData name="소현 윤" userId="7f28c9c3aee009c4" providerId="LiveId" clId="{CDBD873A-56C8-4353-BE3E-E3EA9A235EFC}" dt="2024-11-03T12:43:21.131" v="13788" actId="47"/>
        <pc:sldMkLst>
          <pc:docMk/>
          <pc:sldMk cId="1777026513" sldId="292"/>
        </pc:sldMkLst>
      </pc:sldChg>
      <pc:sldChg chg="addSp delSp modSp add mod">
        <pc:chgData name="소현 윤" userId="7f28c9c3aee009c4" providerId="LiveId" clId="{CDBD873A-56C8-4353-BE3E-E3EA9A235EFC}" dt="2024-11-03T19:07:39.590" v="17115" actId="20577"/>
        <pc:sldMkLst>
          <pc:docMk/>
          <pc:sldMk cId="2950638358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C6BFB-E26D-C8B8-C8AF-21815F7C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49A200-E087-340F-F72F-F9D766A37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920F0-3540-6E9D-4617-3D4AE2E6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7D30F-61A3-42F4-60C0-F85F90EB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18B12-E715-B139-313C-D91E7F24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9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EBF56-EAA2-FA36-F387-C8F7DAAB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E05EC-68BF-DFBF-482A-91A447E00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49925-85A8-C176-FF0A-218F6599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31F929-A357-1D2F-2758-CEDB2A00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EB451-2600-04F7-325E-9FC2D377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80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2E09C-5833-713F-9951-1FA41FAB8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38A1C9-0599-928C-F728-4FA4A8A20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DEF2A-C5E8-5BDD-2AF0-F00FD7A20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7E0F2-D2AE-E81B-D588-E3B61CB8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B681FB-3046-EE59-CDAB-545C1EB5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534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E2683-413D-9FA8-0DF6-42910CE8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A2C5E-1A9D-4975-A8BC-34D1BC779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ECF4A9-312D-464A-B5E7-6FB96358C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31DFA-A57A-91BD-A9CD-71D87504F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259620-5384-FEB6-9FFF-83F35CA9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9EC26F-2976-E49D-0075-3FBE2C7D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89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4D102-FFE6-BF7D-16DA-B13D1A5E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6E103F-2862-8284-7B18-A7D04CD84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A51514-4D8E-736D-C765-1DDA3CE60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81EEA3-111A-9DC1-4124-560AAAEB0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EB70A1-4E40-992C-0A50-8E41166D2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1422F1-A154-4864-62D8-D15BBF7B2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45A035-28EB-A6CC-2A10-F5A60404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793FC8-C6FB-B653-C398-91A8777A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6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003F29-EE3B-D47A-ECE5-5631C58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5A6B4C-6E13-AF6C-1328-2E1F277BE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C6B7DB-B843-7012-650A-4BEDE0E3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660B00-3E79-4CF6-1BD8-1F0D55BD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4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8AEEDD-2C48-D6FA-6776-7C813F85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44647A-91D8-2A7E-F0F4-59993564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646E0-3FDF-CE33-8F7F-6C9E5795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87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A03E8-6A1D-474F-6D71-35167FAD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9D6BD-8F80-3BC5-3551-4808E350D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7E230-3DF3-202E-6855-CA828BB07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6D86EF-3455-D82B-175E-93E285E6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446942-569E-4725-B001-48B361B5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E04DA5-D077-69A3-A043-7C77E75F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79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1D3E5-68C1-2F8E-6F48-4665977A6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5104D6-BBDD-A4F6-3643-1C4E189F0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B91387-C894-77D5-EB17-C22378160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1EDE6-F627-A88F-C604-637065FD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3059C0-A117-781A-FBFC-5DA47C66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3B043-7FAF-8CB9-8908-455E9F45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915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08B19-370A-3473-7961-2FD619C9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F53A6B-2C55-1835-334B-FF671D1D6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736CC5-9757-D427-17FE-D5153283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75583F-364B-36D3-A320-FA1D0F31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DA59F5-07F5-D7E1-8B98-871B2672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7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BF1F63-D4A7-7B3B-EA2E-173681276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09BFDE-DB54-4D7E-1BBA-EB4DFB360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039F4-DA7F-5DAA-FD7D-E38C20E8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E76467-9542-FD6E-68C8-80135918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AE458-FEE1-F400-2B4F-2884EA0C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22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688FDB-B128-850A-942F-9651A3FB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1E4E49-EF2F-7841-393A-15E5EC778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DAFFD6-3FE5-61F0-9E9A-2C39F48E8E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6B370-478B-4E05-835B-011FAA83EB49}" type="datetimeFigureOut">
              <a:rPr lang="ko-KR" altLang="en-US" smtClean="0"/>
              <a:t>2025-01-21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D0C417-3BAA-1EAB-8071-FC3E08F8D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ADD55-AD4F-A4C4-0165-BA9CC56F5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742E1-D49A-4015-BEEC-10B2292BA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57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9" Type="http://schemas.openxmlformats.org/officeDocument/2006/relationships/image" Target="../media/image8.png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A3F61-D99F-A84D-50FA-12E4EF30E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465" y="1340086"/>
            <a:ext cx="9435000" cy="665163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28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 </a:t>
            </a:r>
            <a:r>
              <a:rPr lang="ko-KR" altLang="en-US" sz="28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윈도우 연관성을 활용한 </a:t>
            </a:r>
            <a:r>
              <a:rPr lang="en-US" altLang="ko-KR" sz="28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GAN </a:t>
            </a:r>
            <a:r>
              <a:rPr lang="ko-KR" altLang="en-US" sz="28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기반 다변량 시계열 데이터 보정 기법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7F4F1C-16B2-06DD-91E2-91396E9AA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345" y="2148496"/>
            <a:ext cx="9144000" cy="476247"/>
          </a:xfrm>
        </p:spPr>
        <p:txBody>
          <a:bodyPr>
            <a:normAutofit/>
          </a:bodyPr>
          <a:lstStyle/>
          <a:p>
            <a:pPr algn="l"/>
            <a:r>
              <a:rPr lang="en-US" altLang="ko-K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GAN-Based Multivariate Time Series Data Correction Method Using Window Relevance</a:t>
            </a:r>
            <a:endParaRPr lang="ko-KR" altLang="en-US" sz="18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C07C864-D0D9-81FA-B259-39698A38A811}"/>
              </a:ext>
            </a:extLst>
          </p:cNvPr>
          <p:cNvCxnSpPr/>
          <p:nvPr/>
        </p:nvCxnSpPr>
        <p:spPr>
          <a:xfrm>
            <a:off x="733425" y="1105639"/>
            <a:ext cx="9799781" cy="0"/>
          </a:xfrm>
          <a:prstGeom prst="line">
            <a:avLst/>
          </a:prstGeom>
          <a:ln w="25400">
            <a:solidFill>
              <a:srgbClr val="012D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106618A1-B09C-1399-92E4-6E35CAA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5450"/>
            <a:ext cx="12192000" cy="892551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636814-FA52-C018-0A46-534B0AFD84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183" y="6100818"/>
            <a:ext cx="860129" cy="6218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2F0DC5-3B1D-5771-2C54-C3DF084BAFA6}"/>
              </a:ext>
            </a:extLst>
          </p:cNvPr>
          <p:cNvSpPr txBox="1"/>
          <p:nvPr/>
        </p:nvSpPr>
        <p:spPr>
          <a:xfrm>
            <a:off x="672465" y="4233258"/>
            <a:ext cx="70117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Department of Electrical and Computer Engineering, University of Seoul</a:t>
            </a:r>
          </a:p>
          <a:p>
            <a:r>
              <a:rPr lang="en-US" altLang="ko-KR" sz="1400" dirty="0" err="1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Sohyeon</a:t>
            </a:r>
            <a:r>
              <a:rPr lang="en-US" altLang="ko-KR" sz="1400" dirty="0">
                <a:latin typeface="Times New Roman" panose="02020603050405020304" pitchFamily="18" charset="0"/>
                <a:ea typeface="나눔스퀘어" panose="020B0600000101010101" pitchFamily="50" charset="-127"/>
                <a:cs typeface="Times New Roman" panose="02020603050405020304" pitchFamily="18" charset="0"/>
              </a:rPr>
              <a:t> Yun</a:t>
            </a:r>
          </a:p>
          <a:p>
            <a:endParaRPr lang="en-US" altLang="ko-KR" sz="1400" dirty="0">
              <a:latin typeface="Times New Roman" panose="02020603050405020304" pitchFamily="18" charset="0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2024.12.12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21700-A890-3A2D-321A-A65ACD124FC3}"/>
              </a:ext>
            </a:extLst>
          </p:cNvPr>
          <p:cNvSpPr txBox="1"/>
          <p:nvPr/>
        </p:nvSpPr>
        <p:spPr>
          <a:xfrm>
            <a:off x="733425" y="757016"/>
            <a:ext cx="7011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  <a:cs typeface="Times New Roman" panose="02020603050405020304" pitchFamily="18" charset="0"/>
              </a:rPr>
              <a:t>2024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  <a:cs typeface="Times New Roman" panose="02020603050405020304" pitchFamily="18" charset="0"/>
              </a:rPr>
              <a:t>년도 학위논문 </a:t>
            </a:r>
            <a:r>
              <a:rPr lang="ko-KR" altLang="en-US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  <a:cs typeface="Times New Roman" panose="02020603050405020304" pitchFamily="18" charset="0"/>
              </a:rPr>
              <a:t>본심사</a:t>
            </a: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32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591B8C-ADF7-A3B6-95E7-6F1C5C9AD980}"/>
              </a:ext>
            </a:extLst>
          </p:cNvPr>
          <p:cNvSpPr/>
          <p:nvPr/>
        </p:nvSpPr>
        <p:spPr>
          <a:xfrm>
            <a:off x="0" y="1"/>
            <a:ext cx="1943100" cy="6858000"/>
          </a:xfrm>
          <a:prstGeom prst="rect">
            <a:avLst/>
          </a:prstGeom>
          <a:solidFill>
            <a:srgbClr val="E7E4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06618A1-B09C-1399-92E4-6E35CAA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050"/>
            <a:ext cx="2295525" cy="12463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636814-FA52-C018-0A46-534B0AFD84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183" y="6100818"/>
            <a:ext cx="860129" cy="621814"/>
          </a:xfrm>
          <a:prstGeom prst="rect">
            <a:avLst/>
          </a:prstGeom>
        </p:spPr>
      </p:pic>
      <p:sp>
        <p:nvSpPr>
          <p:cNvPr id="13" name="제목 12">
            <a:extLst>
              <a:ext uri="{FF2B5EF4-FFF2-40B4-BE49-F238E27FC236}">
                <a16:creationId xmlns:a16="http://schemas.microsoft.com/office/drawing/2014/main" id="{294736D3-7532-DAAB-2FEB-488C1D168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284" y="1278810"/>
            <a:ext cx="600075" cy="390524"/>
          </a:xfrm>
        </p:spPr>
        <p:txBody>
          <a:bodyPr anchor="ctr">
            <a:no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부제목 14">
            <a:extLst>
              <a:ext uri="{FF2B5EF4-FFF2-40B4-BE49-F238E27FC236}">
                <a16:creationId xmlns:a16="http://schemas.microsoft.com/office/drawing/2014/main" id="{A596E7CA-66DA-95C2-7BD6-2E2ACFBF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747" y="2069385"/>
            <a:ext cx="4395788" cy="390525"/>
          </a:xfrm>
        </p:spPr>
        <p:txBody>
          <a:bodyPr>
            <a:normAutofit/>
          </a:bodyPr>
          <a:lstStyle/>
          <a:p>
            <a:pPr algn="l"/>
            <a:r>
              <a:rPr lang="ko-KR" altLang="en-US" sz="20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연구 배경</a:t>
            </a:r>
            <a:endParaRPr lang="en-US" altLang="ko-KR" sz="20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914EC-ECF0-F64E-74C2-620DD05A5A62}"/>
              </a:ext>
            </a:extLst>
          </p:cNvPr>
          <p:cNvSpPr txBox="1"/>
          <p:nvPr/>
        </p:nvSpPr>
        <p:spPr>
          <a:xfrm>
            <a:off x="285750" y="810181"/>
            <a:ext cx="1152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ko-KR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제목 12">
            <a:extLst>
              <a:ext uri="{FF2B5EF4-FFF2-40B4-BE49-F238E27FC236}">
                <a16:creationId xmlns:a16="http://schemas.microsoft.com/office/drawing/2014/main" id="{822879C8-54A3-0534-75BC-98DF0D45CB86}"/>
              </a:ext>
            </a:extLst>
          </p:cNvPr>
          <p:cNvSpPr txBox="1">
            <a:spLocks/>
          </p:cNvSpPr>
          <p:nvPr/>
        </p:nvSpPr>
        <p:spPr>
          <a:xfrm>
            <a:off x="3870284" y="2069385"/>
            <a:ext cx="600075" cy="390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부제목 14">
            <a:extLst>
              <a:ext uri="{FF2B5EF4-FFF2-40B4-BE49-F238E27FC236}">
                <a16:creationId xmlns:a16="http://schemas.microsoft.com/office/drawing/2014/main" id="{D5D08ADF-C565-4F03-4B9E-4B7317BDBF92}"/>
              </a:ext>
            </a:extLst>
          </p:cNvPr>
          <p:cNvSpPr txBox="1">
            <a:spLocks/>
          </p:cNvSpPr>
          <p:nvPr/>
        </p:nvSpPr>
        <p:spPr>
          <a:xfrm>
            <a:off x="4522747" y="2872666"/>
            <a:ext cx="4395788" cy="39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연구 목표</a:t>
            </a:r>
            <a:endParaRPr lang="en-US" altLang="ko-KR" sz="200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22" name="제목 12">
            <a:extLst>
              <a:ext uri="{FF2B5EF4-FFF2-40B4-BE49-F238E27FC236}">
                <a16:creationId xmlns:a16="http://schemas.microsoft.com/office/drawing/2014/main" id="{47FA8237-EB1F-0C2A-7FC2-A8465EC3E22B}"/>
              </a:ext>
            </a:extLst>
          </p:cNvPr>
          <p:cNvSpPr txBox="1">
            <a:spLocks/>
          </p:cNvSpPr>
          <p:nvPr/>
        </p:nvSpPr>
        <p:spPr>
          <a:xfrm>
            <a:off x="3870284" y="2859960"/>
            <a:ext cx="600075" cy="390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부제목 14">
            <a:extLst>
              <a:ext uri="{FF2B5EF4-FFF2-40B4-BE49-F238E27FC236}">
                <a16:creationId xmlns:a16="http://schemas.microsoft.com/office/drawing/2014/main" id="{FBDE70DD-0890-07AF-7962-48CB04E607FC}"/>
              </a:ext>
            </a:extLst>
          </p:cNvPr>
          <p:cNvSpPr txBox="1">
            <a:spLocks/>
          </p:cNvSpPr>
          <p:nvPr/>
        </p:nvSpPr>
        <p:spPr>
          <a:xfrm>
            <a:off x="4522747" y="3650535"/>
            <a:ext cx="4395788" cy="39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연구 방법</a:t>
            </a:r>
            <a:endParaRPr lang="en-US" altLang="ko-KR" sz="20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24" name="제목 12">
            <a:extLst>
              <a:ext uri="{FF2B5EF4-FFF2-40B4-BE49-F238E27FC236}">
                <a16:creationId xmlns:a16="http://schemas.microsoft.com/office/drawing/2014/main" id="{292E5776-0E48-6C1D-FB91-6371C0807B9F}"/>
              </a:ext>
            </a:extLst>
          </p:cNvPr>
          <p:cNvSpPr txBox="1">
            <a:spLocks/>
          </p:cNvSpPr>
          <p:nvPr/>
        </p:nvSpPr>
        <p:spPr>
          <a:xfrm>
            <a:off x="3870284" y="3650535"/>
            <a:ext cx="600075" cy="390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ko-KR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부제목 14">
            <a:extLst>
              <a:ext uri="{FF2B5EF4-FFF2-40B4-BE49-F238E27FC236}">
                <a16:creationId xmlns:a16="http://schemas.microsoft.com/office/drawing/2014/main" id="{5B149AF6-B34E-C9DE-C711-42C74259DCEE}"/>
              </a:ext>
            </a:extLst>
          </p:cNvPr>
          <p:cNvSpPr txBox="1">
            <a:spLocks/>
          </p:cNvSpPr>
          <p:nvPr/>
        </p:nvSpPr>
        <p:spPr>
          <a:xfrm>
            <a:off x="4522747" y="4369672"/>
            <a:ext cx="4395788" cy="39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실험 결과</a:t>
            </a:r>
            <a:endParaRPr lang="en-US" altLang="ko-KR" sz="20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26" name="제목 12">
            <a:extLst>
              <a:ext uri="{FF2B5EF4-FFF2-40B4-BE49-F238E27FC236}">
                <a16:creationId xmlns:a16="http://schemas.microsoft.com/office/drawing/2014/main" id="{92340AA9-DF2E-3DCF-0E2C-D78E11EBF54B}"/>
              </a:ext>
            </a:extLst>
          </p:cNvPr>
          <p:cNvSpPr txBox="1">
            <a:spLocks/>
          </p:cNvSpPr>
          <p:nvPr/>
        </p:nvSpPr>
        <p:spPr>
          <a:xfrm>
            <a:off x="3870284" y="4369673"/>
            <a:ext cx="600075" cy="390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ko-KR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부제목 14">
            <a:extLst>
              <a:ext uri="{FF2B5EF4-FFF2-40B4-BE49-F238E27FC236}">
                <a16:creationId xmlns:a16="http://schemas.microsoft.com/office/drawing/2014/main" id="{2F741AF3-8244-9807-EDD7-F5050EC95F5C}"/>
              </a:ext>
            </a:extLst>
          </p:cNvPr>
          <p:cNvSpPr txBox="1">
            <a:spLocks/>
          </p:cNvSpPr>
          <p:nvPr/>
        </p:nvSpPr>
        <p:spPr>
          <a:xfrm>
            <a:off x="4522747" y="5185661"/>
            <a:ext cx="4395788" cy="39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결론</a:t>
            </a:r>
            <a:endParaRPr lang="en-US" altLang="ko-KR" sz="200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2" name="부제목 14">
            <a:extLst>
              <a:ext uri="{FF2B5EF4-FFF2-40B4-BE49-F238E27FC236}">
                <a16:creationId xmlns:a16="http://schemas.microsoft.com/office/drawing/2014/main" id="{4EA95AFA-DF4F-ACFD-F3DA-B3DF1193256D}"/>
              </a:ext>
            </a:extLst>
          </p:cNvPr>
          <p:cNvSpPr txBox="1">
            <a:spLocks/>
          </p:cNvSpPr>
          <p:nvPr/>
        </p:nvSpPr>
        <p:spPr>
          <a:xfrm>
            <a:off x="4522747" y="1279205"/>
            <a:ext cx="4395788" cy="390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중간심사 피드백 내용</a:t>
            </a:r>
            <a:endParaRPr lang="en-US" altLang="ko-KR" sz="20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" name="제목 12">
            <a:extLst>
              <a:ext uri="{FF2B5EF4-FFF2-40B4-BE49-F238E27FC236}">
                <a16:creationId xmlns:a16="http://schemas.microsoft.com/office/drawing/2014/main" id="{768AB564-DEC1-D488-CE3B-7D17381EC80C}"/>
              </a:ext>
            </a:extLst>
          </p:cNvPr>
          <p:cNvSpPr txBox="1">
            <a:spLocks/>
          </p:cNvSpPr>
          <p:nvPr/>
        </p:nvSpPr>
        <p:spPr>
          <a:xfrm>
            <a:off x="3870284" y="5184056"/>
            <a:ext cx="600075" cy="390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ko-KR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14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06618A1-B09C-1399-92E4-6E35CAA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7914EC-ECF0-F64E-74C2-620DD05A5A62}"/>
              </a:ext>
            </a:extLst>
          </p:cNvPr>
          <p:cNvSpPr txBox="1"/>
          <p:nvPr/>
        </p:nvSpPr>
        <p:spPr>
          <a:xfrm>
            <a:off x="404812" y="457756"/>
            <a:ext cx="3654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01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중간심사 피드백 내용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5D56C-E55E-7A04-BF36-54D32772A863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5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FFEF9C-E7CC-2A9B-93A3-CE588E49488A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부제목 13">
            <a:extLst>
              <a:ext uri="{FF2B5EF4-FFF2-40B4-BE49-F238E27FC236}">
                <a16:creationId xmlns:a16="http://schemas.microsoft.com/office/drawing/2014/main" id="{443F85D7-21EF-7CBB-931E-ADB55669A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4" y="2312182"/>
            <a:ext cx="9960491" cy="2866443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제목 수정 필요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    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=&gt;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학위 논문양식 맞춰서 작성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 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=&gt;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기존 연구에 대한 리뷰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 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=&gt;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GAN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모델 학습에서 레이블이 없는 실제 데이터에 대해서는 어떻게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해야하는지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? 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연구가 기여하는 바가 무엇인지에 대한 설명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예시 이미지에서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다변량이라는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것을 알 수 있도록 변수 추가하여 수정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endParaRPr lang="ko-KR" altLang="en-US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1E126C-06E4-88DF-5CFD-209321EC6A5F}"/>
              </a:ext>
            </a:extLst>
          </p:cNvPr>
          <p:cNvGrpSpPr/>
          <p:nvPr/>
        </p:nvGrpSpPr>
        <p:grpSpPr>
          <a:xfrm>
            <a:off x="819148" y="1599390"/>
            <a:ext cx="4400547" cy="400110"/>
            <a:chOff x="819150" y="1743323"/>
            <a:chExt cx="4018124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4C03B71-63E8-5668-A3C5-3CAF6A2EB05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7F030EA-F53B-2CC6-2476-45A67C4FF6E9}"/>
                </a:ext>
              </a:extLst>
            </p:cNvPr>
            <p:cNvSpPr/>
            <p:nvPr/>
          </p:nvSpPr>
          <p:spPr>
            <a:xfrm>
              <a:off x="986826" y="1743323"/>
              <a:ext cx="3850448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논문 내용 부분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5AC1E4F-FEB4-C8E5-659F-A768DF9762BA}"/>
              </a:ext>
            </a:extLst>
          </p:cNvPr>
          <p:cNvSpPr txBox="1"/>
          <p:nvPr/>
        </p:nvSpPr>
        <p:spPr>
          <a:xfrm>
            <a:off x="4261744" y="2371692"/>
            <a:ext cx="7127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윈도우 연관성을 활용한 </a:t>
            </a:r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GAN </a:t>
            </a:r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기반 다변량 시계열 데이터 보정 기법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F8DA6-8DC5-B662-F779-90288D8AFAD6}"/>
              </a:ext>
            </a:extLst>
          </p:cNvPr>
          <p:cNvSpPr txBox="1"/>
          <p:nvPr/>
        </p:nvSpPr>
        <p:spPr>
          <a:xfrm>
            <a:off x="4986958" y="3293695"/>
            <a:ext cx="7127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이상탐지 연구</a:t>
            </a:r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, </a:t>
            </a:r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보정 연구에 대해 보충</a:t>
            </a:r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(</a:t>
            </a:r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관련 연구 파트</a:t>
            </a:r>
            <a:r>
              <a:rPr lang="en-US" altLang="ko-KR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)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1703C-8E07-D8A8-ACA7-11B5EC41893C}"/>
              </a:ext>
            </a:extLst>
          </p:cNvPr>
          <p:cNvSpPr txBox="1"/>
          <p:nvPr/>
        </p:nvSpPr>
        <p:spPr>
          <a:xfrm>
            <a:off x="4986957" y="2826651"/>
            <a:ext cx="71271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학위 논문 양식에 맞춰서 작성 완료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6877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B41F-28A9-4199-6943-8AEE51CF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3A4087A-926A-3969-96B3-CF4BB1420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6C6CFC-080A-F49A-B757-057D0CD39615}"/>
              </a:ext>
            </a:extLst>
          </p:cNvPr>
          <p:cNvSpPr txBox="1"/>
          <p:nvPr/>
        </p:nvSpPr>
        <p:spPr>
          <a:xfrm>
            <a:off x="404812" y="457756"/>
            <a:ext cx="3654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01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중간심사 피드백 내용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05662-51A3-A4B9-0471-115C873EC4D9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5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155C11-72BF-4E1B-7B70-689154789B66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부제목 13">
            <a:extLst>
              <a:ext uri="{FF2B5EF4-FFF2-40B4-BE49-F238E27FC236}">
                <a16:creationId xmlns:a16="http://schemas.microsoft.com/office/drawing/2014/main" id="{FC31F52C-4E68-31AB-9A5F-BC5107442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4" y="2312182"/>
            <a:ext cx="9960491" cy="330357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칼만 필터링 기반 이상치 보정 방법과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이상 탐지에 대한 성능 평가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 과정에서 변수 간의 상관관계를 어떻게 활용하였는지 설명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연관성을 계산하는 방법에 대한 식 제시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크기와 윈도우 연관성에서의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임계값에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따른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최신 보정방법 추가하여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데이터셋 추가 필요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3778D42-1780-D138-7365-969CD7E35B06}"/>
              </a:ext>
            </a:extLst>
          </p:cNvPr>
          <p:cNvGrpSpPr/>
          <p:nvPr/>
        </p:nvGrpSpPr>
        <p:grpSpPr>
          <a:xfrm>
            <a:off x="819148" y="1599390"/>
            <a:ext cx="4400547" cy="400110"/>
            <a:chOff x="819150" y="1743323"/>
            <a:chExt cx="4018124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3407283-A9BE-08E5-0645-07BEB258A12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4ABE9DD-160E-3A24-DE05-43CE726469AC}"/>
                </a:ext>
              </a:extLst>
            </p:cNvPr>
            <p:cNvSpPr/>
            <p:nvPr/>
          </p:nvSpPr>
          <p:spPr>
            <a:xfrm>
              <a:off x="986826" y="1743323"/>
              <a:ext cx="3850448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실험 부분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2467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C21C-2F39-A992-7028-750BFD6E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1B24612-623A-9932-7692-04102AD89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1C1ECD-8FC3-93E7-0646-CFD62CFA22D7}"/>
              </a:ext>
            </a:extLst>
          </p:cNvPr>
          <p:cNvSpPr txBox="1"/>
          <p:nvPr/>
        </p:nvSpPr>
        <p:spPr>
          <a:xfrm>
            <a:off x="404812" y="457756"/>
            <a:ext cx="224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02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연구 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57F09-2DDE-4325-0EB0-1E659BCBF77E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5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5CDD988-3ACC-02BE-9A9A-021AAB9E07CC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부제목 13">
            <a:extLst>
              <a:ext uri="{FF2B5EF4-FFF2-40B4-BE49-F238E27FC236}">
                <a16:creationId xmlns:a16="http://schemas.microsoft.com/office/drawing/2014/main" id="{505281FA-27C2-DEB2-0E71-0D6471602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4" y="2312183"/>
            <a:ext cx="9960491" cy="3406162"/>
          </a:xfrm>
        </p:spPr>
        <p:txBody>
          <a:bodyPr>
            <a:noAutofit/>
          </a:bodyPr>
          <a:lstStyle/>
          <a:p>
            <a:pPr marL="285750" indent="-285750" algn="l" latinLnBrk="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IoT 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기술의 발전으로 다양한 산업에서 </a:t>
            </a:r>
            <a:r>
              <a:rPr lang="ko-KR" altLang="en-US" sz="1400" b="1" dirty="0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센서를 통해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1400" b="1" dirty="0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시계열 데이터 수집됨</a:t>
            </a:r>
            <a:endParaRPr lang="en-US" altLang="ko-KR" sz="1400" dirty="0">
              <a:solidFill>
                <a:schemeClr val="tx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 latinLnBrk="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수집된 데이터에 </a:t>
            </a:r>
            <a:r>
              <a:rPr lang="ko-KR" altLang="en-US" sz="1400" b="1" dirty="0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인공지능 기술을 적용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하여 화재</a:t>
            </a:r>
            <a:r>
              <a:rPr lang="en-US" altLang="ko-KR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오작동 탐지 등의 서비스 개발</a:t>
            </a:r>
            <a:endParaRPr lang="en-US" altLang="ko-KR" sz="1400" dirty="0">
              <a:solidFill>
                <a:schemeClr val="tx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 latinLnBrk="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센서의 오작동</a:t>
            </a:r>
            <a:r>
              <a:rPr lang="en-US" altLang="ko-KR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외부 충격</a:t>
            </a:r>
            <a:r>
              <a:rPr lang="en-US" altLang="ko-KR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환경 등의 이유로 수집된 </a:t>
            </a:r>
            <a:r>
              <a:rPr lang="ko-KR" altLang="en-US" sz="1400" b="1" dirty="0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데이터의 품질 문제 발생 가능</a:t>
            </a:r>
            <a:endParaRPr lang="en-US" altLang="ko-KR" sz="1400" dirty="0">
              <a:solidFill>
                <a:schemeClr val="tx1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 latinLnBrk="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solidFill>
                  <a:schemeClr val="tx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보정을 하지 않은 </a:t>
            </a:r>
            <a:r>
              <a:rPr lang="ko-KR" altLang="en-US" sz="1400" b="1" dirty="0" err="1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저품질의</a:t>
            </a:r>
            <a:r>
              <a:rPr lang="ko-KR" altLang="en-US" sz="1400" b="1" dirty="0">
                <a:solidFill>
                  <a:schemeClr val="tx2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데이터로 인공지능 모델을 구축할 경우 해당 모델의 신뢰도 및 성능은 저하될 수 있음</a:t>
            </a:r>
            <a:endParaRPr lang="en-US" altLang="ko-KR" sz="1400" b="1" dirty="0">
              <a:solidFill>
                <a:schemeClr val="tx2"/>
              </a:solidFill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250000"/>
              </a:lnSpc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250000"/>
              </a:lnSpc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250000"/>
              </a:lnSpc>
            </a:pP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250000"/>
              </a:lnSpc>
              <a:buFont typeface="Arial" panose="020B0604020202020204" pitchFamily="34" charset="0"/>
              <a:buChar char="•"/>
            </a:pPr>
            <a:endParaRPr lang="ko-KR" altLang="en-US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8C5754A-226B-1CC0-6664-DB8A01F67891}"/>
              </a:ext>
            </a:extLst>
          </p:cNvPr>
          <p:cNvGrpSpPr/>
          <p:nvPr/>
        </p:nvGrpSpPr>
        <p:grpSpPr>
          <a:xfrm>
            <a:off x="819148" y="1599390"/>
            <a:ext cx="4400547" cy="400110"/>
            <a:chOff x="819150" y="1743323"/>
            <a:chExt cx="4018124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599F245-3DA6-9B83-B08E-45393D3FDBAE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EF6D62F-29D3-3302-1567-974DD52DF9C9}"/>
                </a:ext>
              </a:extLst>
            </p:cNvPr>
            <p:cNvSpPr/>
            <p:nvPr/>
          </p:nvSpPr>
          <p:spPr>
            <a:xfrm>
              <a:off x="986826" y="1743323"/>
              <a:ext cx="3850448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연구 배경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72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06618A1-B09C-1399-92E4-6E35CAA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7914EC-ECF0-F64E-74C2-620DD05A5A62}"/>
              </a:ext>
            </a:extLst>
          </p:cNvPr>
          <p:cNvSpPr txBox="1"/>
          <p:nvPr/>
        </p:nvSpPr>
        <p:spPr>
          <a:xfrm>
            <a:off x="404812" y="457756"/>
            <a:ext cx="241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03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연구 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5D56C-E55E-7A04-BF36-54D32772A863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7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FFEF9C-E7CC-2A9B-93A3-CE588E49488A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부제목 13">
            <a:extLst>
              <a:ext uri="{FF2B5EF4-FFF2-40B4-BE49-F238E27FC236}">
                <a16:creationId xmlns:a16="http://schemas.microsoft.com/office/drawing/2014/main" id="{443F85D7-21EF-7CBB-931E-ADB55669A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4" y="2311200"/>
            <a:ext cx="10179566" cy="331380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LSTM 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기반의 </a:t>
            </a: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GAN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모델을 이용하여 이상 탐지 및 데이터 보정 기법 연구 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탐지 및 보정을 위해 여러 개의 모델을 학습시키는 것이 아닌 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한번의 학습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만으로 탐지 및 보정을 동시에 진행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다변량 시계열 데이터의 변수들 간의 관계 및 시간적 특성을 고려하는 </a:t>
            </a: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Window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 </a:t>
            </a: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Relevance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 </a:t>
            </a: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Matrix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를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생성하여 시계열 데이터 보정 성능 개선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이상값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탐지 및 보정을 통해 데이터 품질 향상과 모델 신뢰성 확보에 기여할 수 있음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1E126C-06E4-88DF-5CFD-209321EC6A5F}"/>
              </a:ext>
            </a:extLst>
          </p:cNvPr>
          <p:cNvGrpSpPr/>
          <p:nvPr/>
        </p:nvGrpSpPr>
        <p:grpSpPr>
          <a:xfrm>
            <a:off x="819148" y="1598400"/>
            <a:ext cx="4400547" cy="400110"/>
            <a:chOff x="819150" y="1743323"/>
            <a:chExt cx="4018124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4C03B71-63E8-5668-A3C5-3CAF6A2EB05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7F030EA-F53B-2CC6-2476-45A67C4FF6E9}"/>
                </a:ext>
              </a:extLst>
            </p:cNvPr>
            <p:cNvSpPr/>
            <p:nvPr/>
          </p:nvSpPr>
          <p:spPr>
            <a:xfrm>
              <a:off x="986826" y="1743323"/>
              <a:ext cx="3850448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연구 방향 및 차별성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DC8B66-5363-D89B-A5F0-541E2FF7FE2A}"/>
              </a:ext>
            </a:extLst>
          </p:cNvPr>
          <p:cNvSpPr txBox="1"/>
          <p:nvPr/>
        </p:nvSpPr>
        <p:spPr>
          <a:xfrm>
            <a:off x="5776565" y="475933"/>
            <a:ext cx="6043961" cy="42530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연구가 기여하는 바가 무엇인지에 대한 설명 보충 </a:t>
            </a:r>
            <a:r>
              <a:rPr lang="en-US" altLang="ko-KR" sz="16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(</a:t>
            </a:r>
            <a:r>
              <a:rPr lang="ko-KR" altLang="en-US" sz="16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r>
              <a:rPr lang="en-US" altLang="ko-KR" sz="16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9478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06618A1-B09C-1399-92E4-6E35CAAE1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7914EC-ECF0-F64E-74C2-620DD05A5A62}"/>
              </a:ext>
            </a:extLst>
          </p:cNvPr>
          <p:cNvSpPr txBox="1"/>
          <p:nvPr/>
        </p:nvSpPr>
        <p:spPr>
          <a:xfrm>
            <a:off x="404812" y="457756"/>
            <a:ext cx="2592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45D56C-E55E-7A04-BF36-54D32772A863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8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FFEF9C-E7CC-2A9B-93A3-CE588E49488A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부제목 13">
            <a:extLst>
              <a:ext uri="{FF2B5EF4-FFF2-40B4-BE49-F238E27FC236}">
                <a16:creationId xmlns:a16="http://schemas.microsoft.com/office/drawing/2014/main" id="{443F85D7-21EF-7CBB-931E-ADB55669A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1200"/>
            <a:ext cx="4280415" cy="331380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1)  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이상탐지</a:t>
            </a:r>
            <a:endParaRPr lang="en-US" altLang="ko-KR" sz="14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  <a:p>
            <a:pPr marL="5400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LSTM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기반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VAE-GAN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모델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197100" lvl="1" algn="l">
              <a:lnSpc>
                <a:spcPct val="150000"/>
              </a:lnSpc>
            </a:pPr>
            <a:endParaRPr lang="en-US" altLang="ko-KR" sz="1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2)  </a:t>
            </a:r>
            <a:r>
              <a:rPr lang="ko-KR" altLang="en-US" sz="1400" dirty="0"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데이터 보정</a:t>
            </a:r>
            <a:endParaRPr lang="en-US" altLang="ko-KR" sz="1400" dirty="0"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  <a:p>
            <a:pPr marL="5400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보정을 위한 </a:t>
            </a:r>
            <a:r>
              <a:rPr lang="en-US" altLang="ko-KR" sz="1400" b="1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Window Relevance Matrix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생성 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5400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학습된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VAE-GAN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모델을 활용하여 데이터 생성 및 보정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91E126C-06E4-88DF-5CFD-209321EC6A5F}"/>
              </a:ext>
            </a:extLst>
          </p:cNvPr>
          <p:cNvGrpSpPr/>
          <p:nvPr/>
        </p:nvGrpSpPr>
        <p:grpSpPr>
          <a:xfrm>
            <a:off x="819148" y="1598400"/>
            <a:ext cx="2809873" cy="400110"/>
            <a:chOff x="819150" y="1743323"/>
            <a:chExt cx="2565685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4C03B71-63E8-5668-A3C5-3CAF6A2EB05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7F030EA-F53B-2CC6-2476-45A67C4FF6E9}"/>
                </a:ext>
              </a:extLst>
            </p:cNvPr>
            <p:cNvSpPr/>
            <p:nvPr/>
          </p:nvSpPr>
          <p:spPr>
            <a:xfrm>
              <a:off x="986825" y="1743323"/>
              <a:ext cx="2398010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제안 데이터 보정 기법 개요</a:t>
              </a:r>
            </a:p>
          </p:txBody>
        </p:sp>
      </p:grpSp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4F022DDA-82C2-19B6-B178-AC65B9140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067" y="1579746"/>
            <a:ext cx="5289950" cy="404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67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8F740-28B1-F16F-90CD-952438C55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A35AA97-2BCB-D09D-DEF0-07EF3C8F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6C679E-EDFD-92A7-470D-2952EB010DD1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9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B76208E-4798-8260-F3EC-E2654918C5FC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9F55D1B-A2CD-287F-1E91-BF2079D5034E}"/>
              </a:ext>
            </a:extLst>
          </p:cNvPr>
          <p:cNvGrpSpPr/>
          <p:nvPr/>
        </p:nvGrpSpPr>
        <p:grpSpPr>
          <a:xfrm>
            <a:off x="0" y="456951"/>
            <a:ext cx="2809875" cy="400110"/>
            <a:chOff x="819150" y="1743323"/>
            <a:chExt cx="2565685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D59FB0-58B9-43F7-23D0-D986224D663A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8FCF85C-318F-4403-C308-6A63D287FBA0}"/>
                </a:ext>
              </a:extLst>
            </p:cNvPr>
            <p:cNvSpPr/>
            <p:nvPr/>
          </p:nvSpPr>
          <p:spPr>
            <a:xfrm>
              <a:off x="986825" y="1743323"/>
              <a:ext cx="2398010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Overall Architecture</a:t>
              </a:r>
              <a:endParaRPr lang="ko-KR" altLang="en-US" sz="16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endParaRPr>
            </a:p>
          </p:txBody>
        </p:sp>
      </p:grpSp>
      <p:pic>
        <p:nvPicPr>
          <p:cNvPr id="9" name="그림 8" descr="텍스트, 도표, 스크린샷, 평면도이(가) 표시된 사진&#10;&#10;자동 생성된 설명">
            <a:extLst>
              <a:ext uri="{FF2B5EF4-FFF2-40B4-BE49-F238E27FC236}">
                <a16:creationId xmlns:a16="http://schemas.microsoft.com/office/drawing/2014/main" id="{8C526E11-C4E0-87A8-F74E-F0FEF1E4D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8" y="1008070"/>
            <a:ext cx="8207364" cy="509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0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7197-F770-023C-1CB3-4E82356AA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C522BCD-4C18-457C-E129-EFDA5BE0D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751BD5-42F5-D08A-EB33-5C7923F7D138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9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C2C7E1F-771F-EE74-0DE7-87FC469EE988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1F4A10-CDDB-4A0B-EB36-D21FD49450E2}"/>
              </a:ext>
            </a:extLst>
          </p:cNvPr>
          <p:cNvSpPr txBox="1"/>
          <p:nvPr/>
        </p:nvSpPr>
        <p:spPr>
          <a:xfrm>
            <a:off x="6517749" y="171575"/>
            <a:ext cx="5412314" cy="7068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이미지에서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다변량이라는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것을 알 수 있도록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45319C6-D4EB-3EF0-857F-B9B80951870B}"/>
              </a:ext>
            </a:extLst>
          </p:cNvPr>
          <p:cNvGrpSpPr/>
          <p:nvPr/>
        </p:nvGrpSpPr>
        <p:grpSpPr>
          <a:xfrm>
            <a:off x="819148" y="1598400"/>
            <a:ext cx="4506674" cy="400110"/>
            <a:chOff x="819150" y="1743323"/>
            <a:chExt cx="4115028" cy="40011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4658736-8E9C-85FF-FF5B-07809D77B0A4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866F97-F450-9365-40EA-3858CF0BE68E}"/>
                </a:ext>
              </a:extLst>
            </p:cNvPr>
            <p:cNvSpPr/>
            <p:nvPr/>
          </p:nvSpPr>
          <p:spPr>
            <a:xfrm>
              <a:off x="986824" y="1743323"/>
              <a:ext cx="3947354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다변량 시계열 데이터에 대한 슬라이딩 윈도우</a:t>
              </a:r>
              <a:endParaRPr lang="ko-KR" altLang="en-US" sz="16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F996864-F2E3-FF9F-9B39-1236154C359B}"/>
              </a:ext>
            </a:extLst>
          </p:cNvPr>
          <p:cNvSpPr txBox="1"/>
          <p:nvPr/>
        </p:nvSpPr>
        <p:spPr>
          <a:xfrm>
            <a:off x="404812" y="457756"/>
            <a:ext cx="2592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pic>
        <p:nvPicPr>
          <p:cNvPr id="11" name="그림 10" descr="스크린샷, 라인, 직사각형이(가) 표시된 사진&#10;&#10;자동 생성된 설명">
            <a:extLst>
              <a:ext uri="{FF2B5EF4-FFF2-40B4-BE49-F238E27FC236}">
                <a16:creationId xmlns:a16="http://schemas.microsoft.com/office/drawing/2014/main" id="{E5E27E2D-2E6B-7092-AAEE-0CF8BD51E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99" y="2594840"/>
            <a:ext cx="7507001" cy="327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2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99D4-BD75-1DEB-F16F-5ACD2F8B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그래픽, 라인이(가) 표시된 사진&#10;&#10;자동 생성된 설명">
            <a:extLst>
              <a:ext uri="{FF2B5EF4-FFF2-40B4-BE49-F238E27FC236}">
                <a16:creationId xmlns:a16="http://schemas.microsoft.com/office/drawing/2014/main" id="{84EE345F-057C-5EC2-1677-81D485BB6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" r="69551"/>
          <a:stretch/>
        </p:blipFill>
        <p:spPr>
          <a:xfrm>
            <a:off x="3757192" y="2391595"/>
            <a:ext cx="449764" cy="6668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B8B87B6-0DF8-BD4F-87FE-F90158A5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B2DAF5-7F82-7768-EEC6-3744FF1C6B9D}"/>
              </a:ext>
            </a:extLst>
          </p:cNvPr>
          <p:cNvSpPr txBox="1"/>
          <p:nvPr/>
        </p:nvSpPr>
        <p:spPr>
          <a:xfrm>
            <a:off x="404811" y="457756"/>
            <a:ext cx="2279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35A23-96EE-3ED9-6F18-5BE36581B452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16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EDD1AE3-1944-1339-8E10-0F1E379664FA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81FEB66-D4D9-4219-42C4-2C988585563C}"/>
              </a:ext>
            </a:extLst>
          </p:cNvPr>
          <p:cNvGrpSpPr/>
          <p:nvPr/>
        </p:nvGrpSpPr>
        <p:grpSpPr>
          <a:xfrm>
            <a:off x="819149" y="1598400"/>
            <a:ext cx="3114675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D06DC61-838C-66BE-D918-F0A82E4C7040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3E3D950-0EA2-09F3-15A9-FB8DBBEED8FF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데이터 보정 과정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B5684CCE-ECFE-AF06-9ACC-4A07402AF4DC}"/>
              </a:ext>
            </a:extLst>
          </p:cNvPr>
          <p:cNvGrpSpPr/>
          <p:nvPr/>
        </p:nvGrpSpPr>
        <p:grpSpPr>
          <a:xfrm>
            <a:off x="925595" y="1843332"/>
            <a:ext cx="7757573" cy="4418329"/>
            <a:chOff x="4282028" y="1760777"/>
            <a:chExt cx="7757573" cy="4418329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24C4C029-7F5F-E527-E941-94484B48900B}"/>
                </a:ext>
              </a:extLst>
            </p:cNvPr>
            <p:cNvGrpSpPr/>
            <p:nvPr/>
          </p:nvGrpSpPr>
          <p:grpSpPr>
            <a:xfrm>
              <a:off x="4282028" y="1760777"/>
              <a:ext cx="6887553" cy="4418329"/>
              <a:chOff x="3777970" y="1789630"/>
              <a:chExt cx="6887553" cy="4418329"/>
            </a:xfrm>
          </p:grpSpPr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16FF2DAE-A80F-F9EF-EEAE-6A4E560B849E}"/>
                  </a:ext>
                </a:extLst>
              </p:cNvPr>
              <p:cNvGrpSpPr/>
              <p:nvPr/>
            </p:nvGrpSpPr>
            <p:grpSpPr>
              <a:xfrm>
                <a:off x="4795824" y="2165344"/>
                <a:ext cx="5006798" cy="3719193"/>
                <a:chOff x="5329224" y="1595969"/>
                <a:chExt cx="5006798" cy="3719193"/>
              </a:xfrm>
            </p:grpSpPr>
            <p:pic>
              <p:nvPicPr>
                <p:cNvPr id="25" name="그림 24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B73F355C-E8D6-EE23-1151-DC366540EE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48210" y="2034141"/>
                  <a:ext cx="1683307" cy="666891"/>
                </a:xfrm>
                <a:prstGeom prst="rect">
                  <a:avLst/>
                </a:prstGeom>
              </p:spPr>
            </p:pic>
            <p:pic>
              <p:nvPicPr>
                <p:cNvPr id="26" name="그림 25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98E60A08-7F12-18B6-0678-C2630A9054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5345958" y="1983238"/>
                  <a:ext cx="1102252" cy="666891"/>
                </a:xfrm>
                <a:prstGeom prst="rect">
                  <a:avLst/>
                </a:prstGeom>
              </p:spPr>
            </p:pic>
            <p:pic>
              <p:nvPicPr>
                <p:cNvPr id="27" name="그림 26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23CC4094-16F4-3C30-38CA-6B1CE4F636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8131518" y="2086130"/>
                  <a:ext cx="1102252" cy="611848"/>
                </a:xfrm>
                <a:prstGeom prst="rect">
                  <a:avLst/>
                </a:prstGeom>
              </p:spPr>
            </p:pic>
            <p:pic>
              <p:nvPicPr>
                <p:cNvPr id="29" name="그림 28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A27924FC-B86B-C0A3-B0B5-8994BD830A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9233770" y="2101779"/>
                  <a:ext cx="1102252" cy="666891"/>
                </a:xfrm>
                <a:prstGeom prst="rect">
                  <a:avLst/>
                </a:prstGeom>
              </p:spPr>
            </p:pic>
            <p:pic>
              <p:nvPicPr>
                <p:cNvPr id="12" name="그림 11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F9F85773-ECA9-EB04-D096-E72A68095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8259"/>
                <a:stretch/>
              </p:blipFill>
              <p:spPr>
                <a:xfrm>
                  <a:off x="5935344" y="1646872"/>
                  <a:ext cx="1207623" cy="666891"/>
                </a:xfrm>
                <a:prstGeom prst="rect">
                  <a:avLst/>
                </a:prstGeom>
              </p:spPr>
            </p:pic>
            <p:pic>
              <p:nvPicPr>
                <p:cNvPr id="13" name="그림 12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FAC3FDAB-ECE1-B07D-31CA-25B7EC0ED2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474" r="34519"/>
                <a:stretch/>
              </p:blipFill>
              <p:spPr>
                <a:xfrm>
                  <a:off x="5329224" y="1595969"/>
                  <a:ext cx="606119" cy="666891"/>
                </a:xfrm>
                <a:prstGeom prst="rect">
                  <a:avLst/>
                </a:prstGeom>
              </p:spPr>
            </p:pic>
            <p:pic>
              <p:nvPicPr>
                <p:cNvPr id="14" name="그림 13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66445423-27C4-3FE3-4B51-2A1BF4E3FB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7618652" y="1698861"/>
                  <a:ext cx="1102252" cy="611848"/>
                </a:xfrm>
                <a:prstGeom prst="rect">
                  <a:avLst/>
                </a:prstGeom>
              </p:spPr>
            </p:pic>
            <p:pic>
              <p:nvPicPr>
                <p:cNvPr id="15" name="그림 14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6FBEF673-72CF-A21D-F260-1461354ABE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8720904" y="1714510"/>
                  <a:ext cx="1102252" cy="666891"/>
                </a:xfrm>
                <a:prstGeom prst="rect">
                  <a:avLst/>
                </a:prstGeom>
              </p:spPr>
            </p:pic>
            <p:pic>
              <p:nvPicPr>
                <p:cNvPr id="18" name="그림 17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E94F31CD-86CE-5A1B-16E8-E79CA42D30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8400"/>
                <a:stretch/>
              </p:blipFill>
              <p:spPr>
                <a:xfrm>
                  <a:off x="5935345" y="4580633"/>
                  <a:ext cx="1205242" cy="666891"/>
                </a:xfrm>
                <a:prstGeom prst="rect">
                  <a:avLst/>
                </a:prstGeom>
              </p:spPr>
            </p:pic>
            <p:pic>
              <p:nvPicPr>
                <p:cNvPr id="19" name="그림 18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05E8C421-D2E3-2F82-B3AC-995E1722F8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474" r="34519"/>
                <a:stretch/>
              </p:blipFill>
              <p:spPr>
                <a:xfrm>
                  <a:off x="5329224" y="4529730"/>
                  <a:ext cx="606119" cy="666891"/>
                </a:xfrm>
                <a:prstGeom prst="rect">
                  <a:avLst/>
                </a:prstGeom>
              </p:spPr>
            </p:pic>
            <p:pic>
              <p:nvPicPr>
                <p:cNvPr id="20" name="그림 19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25198E6E-C599-A712-378C-C7FBF306C5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698" r="59792"/>
                <a:stretch/>
              </p:blipFill>
              <p:spPr>
                <a:xfrm>
                  <a:off x="7578937" y="4632622"/>
                  <a:ext cx="457697" cy="611848"/>
                </a:xfrm>
                <a:prstGeom prst="rect">
                  <a:avLst/>
                </a:prstGeom>
              </p:spPr>
            </p:pic>
            <p:pic>
              <p:nvPicPr>
                <p:cNvPr id="21" name="그림 20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3BC6ECB5-D99F-BAF8-5597-7300339D77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8720904" y="4648271"/>
                  <a:ext cx="1102252" cy="666891"/>
                </a:xfrm>
                <a:prstGeom prst="rect">
                  <a:avLst/>
                </a:prstGeom>
              </p:spPr>
            </p:pic>
            <p:pic>
              <p:nvPicPr>
                <p:cNvPr id="33" name="그림 32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E4E60E23-D856-9753-0976-405D8456DB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831" r="34519"/>
                <a:stretch/>
              </p:blipFill>
              <p:spPr>
                <a:xfrm>
                  <a:off x="8036634" y="4629937"/>
                  <a:ext cx="684270" cy="611848"/>
                </a:xfrm>
                <a:prstGeom prst="rect">
                  <a:avLst/>
                </a:prstGeom>
              </p:spPr>
            </p:pic>
          </p:grp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82698B59-ECC4-4638-CBAA-720EF94346AA}"/>
                  </a:ext>
                </a:extLst>
              </p:cNvPr>
              <p:cNvSpPr/>
              <p:nvPr/>
            </p:nvSpPr>
            <p:spPr>
              <a:xfrm>
                <a:off x="7082771" y="2165345"/>
                <a:ext cx="457390" cy="117270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9380FC6-773B-9AA0-A956-9F288F4277AC}"/>
                  </a:ext>
                </a:extLst>
              </p:cNvPr>
              <p:cNvSpPr/>
              <p:nvPr/>
            </p:nvSpPr>
            <p:spPr>
              <a:xfrm>
                <a:off x="6609877" y="2165345"/>
                <a:ext cx="457390" cy="117270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59ED0305-65DB-235F-3083-BDD21DECCD83}"/>
                  </a:ext>
                </a:extLst>
              </p:cNvPr>
              <p:cNvSpPr/>
              <p:nvPr/>
            </p:nvSpPr>
            <p:spPr>
              <a:xfrm>
                <a:off x="5457420" y="2165345"/>
                <a:ext cx="457390" cy="117270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7303352-2D56-6FFE-D3F9-F5976437DE8F}"/>
                  </a:ext>
                </a:extLst>
              </p:cNvPr>
              <p:cNvSpPr/>
              <p:nvPr/>
            </p:nvSpPr>
            <p:spPr>
              <a:xfrm>
                <a:off x="7556894" y="2165345"/>
                <a:ext cx="457390" cy="117270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CCFBF986-7F46-9EE5-3673-D533F39F9661}"/>
                  </a:ext>
                </a:extLst>
              </p:cNvPr>
              <p:cNvSpPr/>
              <p:nvPr/>
            </p:nvSpPr>
            <p:spPr>
              <a:xfrm>
                <a:off x="9063503" y="2165344"/>
                <a:ext cx="457390" cy="117270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8A274AEC-018E-0622-A0F5-A6D3DF9F2169}"/>
                      </a:ext>
                    </a:extLst>
                  </p:cNvPr>
                  <p:cNvSpPr txBox="1"/>
                  <p:nvPr/>
                </p:nvSpPr>
                <p:spPr>
                  <a:xfrm>
                    <a:off x="5562600" y="3370379"/>
                    <a:ext cx="331565" cy="26738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ko-KR" altLang="en-US" sz="160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8A274AEC-018E-0622-A0F5-A6D3DF9F21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62600" y="3370379"/>
                    <a:ext cx="331565" cy="26738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556" b="-1363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638C542-6AB8-7307-6F93-8228F0FFBE6B}"/>
                      </a:ext>
                    </a:extLst>
                  </p:cNvPr>
                  <p:cNvSpPr txBox="1"/>
                  <p:nvPr/>
                </p:nvSpPr>
                <p:spPr>
                  <a:xfrm>
                    <a:off x="7045844" y="1789630"/>
                    <a:ext cx="496337" cy="27514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𝑎𝑛𝑜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1638C542-6AB8-7307-6F93-8228F0FFBE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5844" y="1789630"/>
                    <a:ext cx="496337" cy="27514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4815" b="-3043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EC08C23-15A8-E366-8BAD-7BC56D66E46C}"/>
                      </a:ext>
                    </a:extLst>
                  </p:cNvPr>
                  <p:cNvSpPr txBox="1"/>
                  <p:nvPr/>
                </p:nvSpPr>
                <p:spPr>
                  <a:xfrm>
                    <a:off x="6715056" y="3370379"/>
                    <a:ext cx="359394" cy="26738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ko-KR" altLang="en-US" sz="1600" b="1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6EC08C23-15A8-E366-8BAD-7BC56D66E4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5056" y="3370379"/>
                    <a:ext cx="359394" cy="26738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085" b="-15909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45A494-CD38-7481-8F83-4EA086E1B77C}"/>
                  </a:ext>
                </a:extLst>
              </p:cNvPr>
              <p:cNvSpPr txBox="1"/>
              <p:nvPr/>
            </p:nvSpPr>
            <p:spPr>
              <a:xfrm>
                <a:off x="3777970" y="3219504"/>
                <a:ext cx="65" cy="24622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endParaRPr lang="ko-KR" altLang="en-US" sz="1600" b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C2F14E05-5FE1-6D18-9720-F03A7935A9A2}"/>
                      </a:ext>
                    </a:extLst>
                  </p:cNvPr>
                  <p:cNvSpPr txBox="1"/>
                  <p:nvPr/>
                </p:nvSpPr>
                <p:spPr>
                  <a:xfrm>
                    <a:off x="9210462" y="3370379"/>
                    <a:ext cx="331565" cy="26738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ko-KR" altLang="en-US" sz="160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C2F14E05-5FE1-6D18-9720-F03A7935A9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10462" y="3370379"/>
                    <a:ext cx="331565" cy="26738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556" b="-13636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90E96CEC-21D9-9638-E6CD-DB6E1F066758}"/>
                      </a:ext>
                    </a:extLst>
                  </p:cNvPr>
                  <p:cNvSpPr txBox="1"/>
                  <p:nvPr/>
                </p:nvSpPr>
                <p:spPr>
                  <a:xfrm>
                    <a:off x="8414221" y="1877894"/>
                    <a:ext cx="225130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Medium" panose="02020603020101020101" pitchFamily="18" charset="-127"/>
                            </a:rPr>
                            <m:t>𝑊𝑖𝑛𝑑𝑜𝑤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Medium" panose="02020603020101020101" pitchFamily="18" charset="-127"/>
                            </a:rPr>
                            <m:t> 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Medium" panose="02020603020101020101" pitchFamily="18" charset="-127"/>
                            </a:rPr>
                            <m:t>𝑅𝑒𝑙𝑒𝑣𝑎𝑛𝑐𝑒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KoPub바탕체 Medium" panose="02020603020101020101" pitchFamily="18" charset="-127"/>
                            </a:rPr>
                            <m:t>&gt; </m:t>
                          </m:r>
                          <m:sSub>
                            <m:sSub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400" dirty="0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90E96CEC-21D9-9638-E6CD-DB6E1F0667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14221" y="1877894"/>
                    <a:ext cx="2251302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10A46D71-8EF7-DA58-462C-0C9BEE12A256}"/>
                  </a:ext>
                </a:extLst>
              </p:cNvPr>
              <p:cNvSpPr/>
              <p:nvPr/>
            </p:nvSpPr>
            <p:spPr>
              <a:xfrm>
                <a:off x="7045844" y="5341634"/>
                <a:ext cx="457390" cy="866325"/>
              </a:xfrm>
              <a:prstGeom prst="rect">
                <a:avLst/>
              </a:prstGeom>
              <a:noFill/>
              <a:ln w="19050">
                <a:solidFill>
                  <a:srgbClr val="33CC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9C240219-AF07-0AD4-F62F-AF36FCA278BA}"/>
                  </a:ext>
                </a:extLst>
              </p:cNvPr>
              <p:cNvGrpSpPr/>
              <p:nvPr/>
            </p:nvGrpSpPr>
            <p:grpSpPr>
              <a:xfrm>
                <a:off x="5682683" y="3743711"/>
                <a:ext cx="3680218" cy="224077"/>
                <a:chOff x="3965217" y="4454878"/>
                <a:chExt cx="4395157" cy="378691"/>
              </a:xfrm>
            </p:grpSpPr>
            <p:cxnSp>
              <p:nvCxnSpPr>
                <p:cNvPr id="53" name="직선 화살표 연결선 52">
                  <a:extLst>
                    <a:ext uri="{FF2B5EF4-FFF2-40B4-BE49-F238E27FC236}">
                      <a16:creationId xmlns:a16="http://schemas.microsoft.com/office/drawing/2014/main" id="{21131209-9BF9-88C0-F73C-0E74199792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65217" y="4454878"/>
                  <a:ext cx="0" cy="37869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DAFC37D0-622C-383D-CF3C-ABF437539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81191" y="4454878"/>
                  <a:ext cx="0" cy="37869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CCE3208C-5965-91BE-31E5-E3C4AE53DA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44750" y="4454878"/>
                  <a:ext cx="0" cy="37869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5799A0BA-EE1D-B20C-2087-DE928CC4E1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60374" y="4454878"/>
                  <a:ext cx="0" cy="37869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F9A8B5F3-263C-28EF-C871-DFE23805F43C}"/>
                  </a:ext>
                </a:extLst>
              </p:cNvPr>
              <p:cNvSpPr/>
              <p:nvPr/>
            </p:nvSpPr>
            <p:spPr>
              <a:xfrm>
                <a:off x="5054805" y="3967788"/>
                <a:ext cx="4600308" cy="308895"/>
              </a:xfrm>
              <a:prstGeom prst="rect">
                <a:avLst/>
              </a:prstGeom>
              <a:solidFill>
                <a:srgbClr val="83CBE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</a:t>
                </a:r>
                <a:endParaRPr lang="ko-KR" altLang="en-US" sz="16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1FBC2A0B-86C3-E233-4155-7A839B87C963}"/>
                      </a:ext>
                    </a:extLst>
                  </p:cNvPr>
                  <p:cNvSpPr txBox="1"/>
                  <p:nvPr/>
                </p:nvSpPr>
                <p:spPr>
                  <a:xfrm>
                    <a:off x="7401946" y="4277575"/>
                    <a:ext cx="515782" cy="253539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/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1FBC2A0B-86C3-E233-4155-7A839B87C9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01946" y="4277575"/>
                    <a:ext cx="515782" cy="25353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529" b="-26829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D3C131BD-07F6-4AB6-8295-7D7C5F7090E5}"/>
                  </a:ext>
                </a:extLst>
              </p:cNvPr>
              <p:cNvSpPr/>
              <p:nvPr/>
            </p:nvSpPr>
            <p:spPr>
              <a:xfrm>
                <a:off x="5054805" y="4620718"/>
                <a:ext cx="4600308" cy="316024"/>
              </a:xfrm>
              <a:prstGeom prst="rect">
                <a:avLst/>
              </a:prstGeom>
              <a:solidFill>
                <a:srgbClr val="FFD467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Generator</a:t>
                </a:r>
                <a:endParaRPr lang="ko-KR" altLang="en-US" sz="16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78" name="직선 화살표 연결선 77">
                <a:extLst>
                  <a:ext uri="{FF2B5EF4-FFF2-40B4-BE49-F238E27FC236}">
                    <a16:creationId xmlns:a16="http://schemas.microsoft.com/office/drawing/2014/main" id="{E7F56411-4291-473B-B9B7-0CCD6970ED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7100" y="4276683"/>
                <a:ext cx="0" cy="35736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3B6F8E8D-1F80-45BE-4326-F0A664B6EE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7100" y="4936742"/>
                <a:ext cx="0" cy="37389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EE95A216-62FF-E3F9-0FB2-8B5CE4A8E833}"/>
                      </a:ext>
                    </a:extLst>
                  </p:cNvPr>
                  <p:cNvSpPr txBox="1"/>
                  <p:nvPr/>
                </p:nvSpPr>
                <p:spPr>
                  <a:xfrm>
                    <a:off x="7354959" y="4936742"/>
                    <a:ext cx="49633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80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KoPub바탕체 Medium" panose="02020603020101020101" pitchFamily="18" charset="-127"/>
                                </a:rPr>
                                <m:t>𝑐𝑜𝑟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EE95A216-62FF-E3F9-0FB2-8B5CE4A8E8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4959" y="4936742"/>
                    <a:ext cx="49633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740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C669F2DB-6067-8207-5155-0344F3D16ED2}"/>
                  </a:ext>
                </a:extLst>
              </p:cNvPr>
              <p:cNvGrpSpPr/>
              <p:nvPr/>
            </p:nvGrpSpPr>
            <p:grpSpPr>
              <a:xfrm>
                <a:off x="4775631" y="5390451"/>
                <a:ext cx="4990064" cy="785433"/>
                <a:chOff x="5067768" y="4973476"/>
                <a:chExt cx="4990064" cy="785433"/>
              </a:xfrm>
            </p:grpSpPr>
            <p:pic>
              <p:nvPicPr>
                <p:cNvPr id="84" name="그림 83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DCF83484-F7F8-F203-706A-19EF322515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26081"/>
                <a:stretch/>
              </p:blipFill>
              <p:spPr>
                <a:xfrm>
                  <a:off x="6170020" y="5024377"/>
                  <a:ext cx="1244267" cy="666891"/>
                </a:xfrm>
                <a:prstGeom prst="rect">
                  <a:avLst/>
                </a:prstGeom>
              </p:spPr>
            </p:pic>
            <p:pic>
              <p:nvPicPr>
                <p:cNvPr id="85" name="그림 84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36CE5506-889D-E68B-2A74-58DB937EEC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5067768" y="4973476"/>
                  <a:ext cx="1102252" cy="666892"/>
                </a:xfrm>
                <a:prstGeom prst="rect">
                  <a:avLst/>
                </a:prstGeom>
              </p:spPr>
            </p:pic>
            <p:pic>
              <p:nvPicPr>
                <p:cNvPr id="86" name="그림 85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C734F87D-F363-2FEF-C88E-3531E53BC9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7850947" y="5076367"/>
                  <a:ext cx="1102252" cy="611848"/>
                </a:xfrm>
                <a:prstGeom prst="rect">
                  <a:avLst/>
                </a:prstGeom>
              </p:spPr>
            </p:pic>
            <p:pic>
              <p:nvPicPr>
                <p:cNvPr id="87" name="그림 86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0AB558FD-B643-17B6-CB50-4C9A343CD7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4519"/>
                <a:stretch/>
              </p:blipFill>
              <p:spPr>
                <a:xfrm>
                  <a:off x="8955580" y="5092017"/>
                  <a:ext cx="1102252" cy="666892"/>
                </a:xfrm>
                <a:prstGeom prst="rect">
                  <a:avLst/>
                </a:prstGeom>
              </p:spPr>
            </p:pic>
            <p:pic>
              <p:nvPicPr>
                <p:cNvPr id="89" name="그림 88" descr="그래픽, 라인이(가) 표시된 사진&#10;&#10;자동 생성된 설명">
                  <a:extLst>
                    <a:ext uri="{FF2B5EF4-FFF2-40B4-BE49-F238E27FC236}">
                      <a16:creationId xmlns:a16="http://schemas.microsoft.com/office/drawing/2014/main" id="{0DBFF5F6-A37C-4BF8-433D-C27143805B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9509" r="34519"/>
                <a:stretch/>
              </p:blipFill>
              <p:spPr>
                <a:xfrm>
                  <a:off x="7412831" y="4999389"/>
                  <a:ext cx="437191" cy="666892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8D513EA0-212E-2628-DE32-E85493F3CFA6}"/>
                      </a:ext>
                    </a:extLst>
                  </p:cNvPr>
                  <p:cNvSpPr txBox="1"/>
                  <p:nvPr/>
                </p:nvSpPr>
                <p:spPr>
                  <a:xfrm>
                    <a:off x="7639066" y="3370379"/>
                    <a:ext cx="359393" cy="26834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altLang="ko-KR" sz="16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ko-KR" altLang="en-US" sz="1600" b="1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8D513EA0-212E-2628-DE32-E85493F3CF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9066" y="3370379"/>
                    <a:ext cx="359393" cy="26834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90" b="-15909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0294D5B-D1E9-CE52-5125-2D6E1CF3E093}"/>
                </a:ext>
              </a:extLst>
            </p:cNvPr>
            <p:cNvSpPr txBox="1"/>
            <p:nvPr/>
          </p:nvSpPr>
          <p:spPr>
            <a:xfrm>
              <a:off x="10495665" y="2796332"/>
              <a:ext cx="132486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data</a:t>
              </a:r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A0CAAFE-FCA3-BF11-0D45-F94B192E366E}"/>
                </a:ext>
              </a:extLst>
            </p:cNvPr>
            <p:cNvSpPr txBox="1"/>
            <p:nvPr/>
          </p:nvSpPr>
          <p:spPr>
            <a:xfrm>
              <a:off x="10435253" y="5565652"/>
              <a:ext cx="16043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Corrected data</a:t>
              </a:r>
              <a:endParaRPr lang="ko-KR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07EC88E-2DC9-6CFD-F367-B579BE9A6664}"/>
              </a:ext>
            </a:extLst>
          </p:cNvPr>
          <p:cNvGrpSpPr/>
          <p:nvPr/>
        </p:nvGrpSpPr>
        <p:grpSpPr>
          <a:xfrm>
            <a:off x="7973918" y="3688414"/>
            <a:ext cx="3476551" cy="1207865"/>
            <a:chOff x="7943534" y="3773502"/>
            <a:chExt cx="3476551" cy="120786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F5A4C89-69E9-541A-39B2-36439A59D18B}"/>
                </a:ext>
              </a:extLst>
            </p:cNvPr>
            <p:cNvGrpSpPr/>
            <p:nvPr/>
          </p:nvGrpSpPr>
          <p:grpSpPr>
            <a:xfrm>
              <a:off x="7943534" y="4036764"/>
              <a:ext cx="3428452" cy="944603"/>
              <a:chOff x="7430616" y="3909451"/>
              <a:chExt cx="3428452" cy="9446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313E8AFC-AAC0-4F9E-4DD1-13116151130A}"/>
                      </a:ext>
                    </a:extLst>
                  </p:cNvPr>
                  <p:cNvSpPr txBox="1"/>
                  <p:nvPr/>
                </p:nvSpPr>
                <p:spPr>
                  <a:xfrm>
                    <a:off x="7570876" y="4021490"/>
                    <a:ext cx="3248397" cy="772263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285750" indent="-285750">
                      <a:buFont typeface="Wingdings" panose="05000000000000000000" pitchFamily="2" charset="2"/>
                      <a:buChar char="ü"/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en-US" altLang="ko-KR" sz="1200" dirty="0">
                                <a:latin typeface="KoPub바탕체 Medium" panose="02020603020101020101" pitchFamily="18" charset="-127"/>
                                <a:ea typeface="KoPub바탕체 Medium" panose="02020603020101020101" pitchFamily="18" charset="-127"/>
                              </a:rPr>
                              <m:t>arget</m:t>
                            </m:r>
                            <m:r>
                              <m:rPr>
                                <m:nor/>
                              </m:rPr>
                              <a:rPr lang="en-US" altLang="ko-KR" sz="1200" dirty="0">
                                <a:latin typeface="KoPub바탕체 Medium" panose="02020603020101020101" pitchFamily="18" charset="-127"/>
                                <a:ea typeface="KoPub바탕체 Medium" panose="02020603020101020101" pitchFamily="18" charset="-127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ko-KR" sz="1200" dirty="0">
                                <a:latin typeface="KoPub바탕체 Medium" panose="02020603020101020101" pitchFamily="18" charset="-127"/>
                                <a:ea typeface="KoPub바탕체 Medium" panose="02020603020101020101" pitchFamily="18" charset="-127"/>
                              </a:rPr>
                              <m:t>window</m:t>
                            </m:r>
                            <m:r>
                              <m:rPr>
                                <m:nor/>
                              </m:rPr>
                              <a:rPr lang="en-US" altLang="ko-KR" sz="1200" b="0" i="0" dirty="0" smtClean="0">
                                <a:latin typeface="KoPub바탕체 Medium" panose="02020603020101020101" pitchFamily="18" charset="-127"/>
                                <a:ea typeface="KoPub바탕체 Medium" panose="02020603020101020101" pitchFamily="18" charset="-127"/>
                              </a:rPr>
                              <m:t>:</m:t>
                            </m:r>
                            <m:r>
                              <m:rPr>
                                <m:nor/>
                              </m:rPr>
                              <a:rPr lang="en-US" altLang="ko-KR" sz="1200" dirty="0">
                                <a:latin typeface="KoPub바탕체 Medium" panose="02020603020101020101" pitchFamily="18" charset="-127"/>
                                <a:ea typeface="KoPub바탕체 Medium" panose="02020603020101020101" pitchFamily="18" charset="-127"/>
                              </a:rPr>
                              <m:t> 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a14:m>
                    <a:r>
                      <a:rPr lang="en-US" altLang="ko-KR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oMath>
                    </a14:m>
                    <a:endParaRPr lang="en-US" altLang="ko-KR" sz="1100">
                      <a:latin typeface="KoPub바탕체 Medium" panose="02020603020101020101" pitchFamily="18" charset="-127"/>
                      <a:ea typeface="KoPub바탕체 Medium" panose="02020603020101020101" pitchFamily="18" charset="-127"/>
                    </a:endParaRPr>
                  </a:p>
                  <a:p>
                    <a:pPr marL="285750" indent="-285750">
                      <a:buFont typeface="Wingdings" panose="05000000000000000000" pitchFamily="2" charset="2"/>
                      <a:buChar char="ü"/>
                    </a:pPr>
                    <a:r>
                      <a:rPr lang="en-US" altLang="ko-KR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Reference window: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a14:m>
                    <a:r>
                      <a:rPr lang="en-US" altLang="ko-KR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b="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sub>
                        </m:sSub>
                      </m:oMath>
                    </a14:m>
                    <a:endParaRPr lang="en-US" altLang="ko-KR" sz="1100">
                      <a:latin typeface="KoPub바탕체 Medium" panose="02020603020101020101" pitchFamily="18" charset="-127"/>
                      <a:ea typeface="KoPub바탕체 Medium" panose="02020603020101020101" pitchFamily="18" charset="-127"/>
                    </a:endParaRPr>
                  </a:p>
                  <a:p>
                    <a:pPr marL="285750" indent="-285750">
                      <a:buFont typeface="Wingdings" panose="05000000000000000000" pitchFamily="2" charset="2"/>
                      <a:buChar char="ü"/>
                    </a:pPr>
                    <a:r>
                      <a:rPr lang="en-US" altLang="ko-KR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Search window: </a:t>
                    </a:r>
                    <a:r>
                      <a:rPr lang="ko-KR" altLang="en-US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찾고자 하는 모든 </a:t>
                    </a:r>
                    <a:r>
                      <a:rPr lang="en-US" altLang="ko-KR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window</a:t>
                    </a:r>
                  </a:p>
                  <a:p>
                    <a:r>
                      <a:rPr lang="en-US" altLang="ko-KR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                               </a:t>
                    </a:r>
                    <a:r>
                      <a:rPr lang="ko-KR" altLang="en-US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     </a:t>
                    </a:r>
                    <a:r>
                      <a:rPr lang="en-US" altLang="ko-KR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(Anomaly</a:t>
                    </a:r>
                    <a:r>
                      <a:rPr lang="ko-KR" altLang="en-US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 </a:t>
                    </a:r>
                    <a:r>
                      <a:rPr lang="en-US" altLang="ko-KR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window </a:t>
                    </a:r>
                    <a:r>
                      <a:rPr lang="ko-KR" altLang="en-US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제외</a:t>
                    </a:r>
                    <a:r>
                      <a:rPr lang="en-US" altLang="ko-KR" sz="11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rPr>
                      <a:t>)</a:t>
                    </a:r>
                    <a:endParaRPr lang="ko-KR" altLang="en-US" sz="1050">
                      <a:latin typeface="KoPub바탕체 Medium" panose="02020603020101020101" pitchFamily="18" charset="-127"/>
                      <a:ea typeface="KoPub바탕체 Medium" panose="02020603020101020101" pitchFamily="18" charset="-127"/>
                    </a:endParaRPr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313E8AFC-AAC0-4F9E-4DD1-1311615113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70876" y="4021490"/>
                    <a:ext cx="3248397" cy="77226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627" t="-5556" r="-750" b="-8730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7279E1B-2210-F0D3-066B-AB3215F6A4F0}"/>
                  </a:ext>
                </a:extLst>
              </p:cNvPr>
              <p:cNvSpPr/>
              <p:nvPr/>
            </p:nvSpPr>
            <p:spPr>
              <a:xfrm>
                <a:off x="7430616" y="3909451"/>
                <a:ext cx="3428452" cy="94460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E40810-F0D6-C89F-BA2A-38097B06A83D}"/>
                </a:ext>
              </a:extLst>
            </p:cNvPr>
            <p:cNvSpPr txBox="1"/>
            <p:nvPr/>
          </p:nvSpPr>
          <p:spPr>
            <a:xfrm>
              <a:off x="10637217" y="3773502"/>
              <a:ext cx="7828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용어 정의</a:t>
              </a:r>
            </a:p>
          </p:txBody>
        </p:sp>
      </p:grpSp>
      <p:pic>
        <p:nvPicPr>
          <p:cNvPr id="17" name="그림 16" descr="그래픽, 라인이(가) 표시된 사진&#10;&#10;자동 생성된 설명">
            <a:extLst>
              <a:ext uri="{FF2B5EF4-FFF2-40B4-BE49-F238E27FC236}">
                <a16:creationId xmlns:a16="http://schemas.microsoft.com/office/drawing/2014/main" id="{67E71F54-43A5-67A2-64A0-1A601A80C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51"/>
          <a:stretch/>
        </p:blipFill>
        <p:spPr>
          <a:xfrm>
            <a:off x="6437691" y="2386394"/>
            <a:ext cx="512556" cy="666891"/>
          </a:xfrm>
          <a:prstGeom prst="rect">
            <a:avLst/>
          </a:prstGeom>
        </p:spPr>
      </p:pic>
      <p:pic>
        <p:nvPicPr>
          <p:cNvPr id="22" name="그림 21" descr="그래픽, 라인이(가) 표시된 사진&#10;&#10;자동 생성된 설명">
            <a:extLst>
              <a:ext uri="{FF2B5EF4-FFF2-40B4-BE49-F238E27FC236}">
                <a16:creationId xmlns:a16="http://schemas.microsoft.com/office/drawing/2014/main" id="{DAF34F85-D6DB-10E5-050B-49E471123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51"/>
          <a:stretch/>
        </p:blipFill>
        <p:spPr>
          <a:xfrm>
            <a:off x="6437691" y="5319752"/>
            <a:ext cx="512556" cy="666891"/>
          </a:xfrm>
          <a:prstGeom prst="rect">
            <a:avLst/>
          </a:prstGeom>
        </p:spPr>
      </p:pic>
      <p:pic>
        <p:nvPicPr>
          <p:cNvPr id="24" name="그림 23" descr="그래픽, 라인이(가) 표시된 사진&#10;&#10;자동 생성된 설명">
            <a:extLst>
              <a:ext uri="{FF2B5EF4-FFF2-40B4-BE49-F238E27FC236}">
                <a16:creationId xmlns:a16="http://schemas.microsoft.com/office/drawing/2014/main" id="{E8916C5E-4E07-D49D-5254-619B97142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" r="69551"/>
          <a:stretch/>
        </p:blipFill>
        <p:spPr>
          <a:xfrm>
            <a:off x="3754810" y="5329897"/>
            <a:ext cx="430907" cy="66689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D046530-8AA7-EB27-E035-7AD2F30EC9C4}"/>
              </a:ext>
            </a:extLst>
          </p:cNvPr>
          <p:cNvSpPr txBox="1"/>
          <p:nvPr/>
        </p:nvSpPr>
        <p:spPr>
          <a:xfrm>
            <a:off x="6517749" y="171575"/>
            <a:ext cx="5412314" cy="7068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이미지에서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다변량이라는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것을 알 수 있도록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1C87E08-BB09-7494-D6AE-5869310207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0073" y="1093022"/>
            <a:ext cx="4296697" cy="152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63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0EB4-8819-38B1-0D16-17AF015D9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08D4881-F42A-029C-2E32-FF327B92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9F38F8F-318A-FE72-2B7F-384E790BCE86}"/>
              </a:ext>
            </a:extLst>
          </p:cNvPr>
          <p:cNvSpPr txBox="1"/>
          <p:nvPr/>
        </p:nvSpPr>
        <p:spPr>
          <a:xfrm>
            <a:off x="404811" y="457756"/>
            <a:ext cx="2051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91B26-5C9B-5DB5-FB58-74C3D38B6C1D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17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BE055F6-7933-EF23-78CC-3E9FF8ACF764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4B3C1B1-758E-AD52-C6ED-E2EB1A9CF531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C50FC13-F9EA-D52F-1D6A-345C68BBB760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B62A075-ADB6-4B70-621B-35200789C67F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Window Relevance Matrix</a:t>
              </a:r>
              <a:endParaRPr lang="ko-KR" altLang="en-US" sz="16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부제목 13">
                <a:extLst>
                  <a:ext uri="{FF2B5EF4-FFF2-40B4-BE49-F238E27FC236}">
                    <a16:creationId xmlns:a16="http://schemas.microsoft.com/office/drawing/2014/main" id="{A5EE8400-1A0A-C124-25E4-8880961FFD2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02783" y="2318400"/>
                <a:ext cx="10341491" cy="3236638"/>
              </a:xfrm>
            </p:spPr>
            <p:txBody>
              <a:bodyPr>
                <a:noAutofit/>
              </a:bodyPr>
              <a:lstStyle/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Target window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와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Search window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𝑤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간의 윈도우 연관성을 계산하는 식</a:t>
                </a: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DTW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와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Pearson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값에 대해 정규화를 수행하였으며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,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가중치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𝛼</m:t>
                    </m:r>
                  </m:oMath>
                </a14:m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200" i="1" dirty="0" smtClean="0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𝛽</m:t>
                    </m:r>
                    <m:r>
                      <a:rPr lang="ko-KR" altLang="en-US" sz="1200" i="1" dirty="0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를</m:t>
                    </m:r>
                  </m:oMath>
                </a14:m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통해 중요도 조정 가능</a:t>
                </a: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유사성이 높을수록 더 높은 점수를 부여하기 위해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에서 빼는 방식</a:t>
                </a: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최종적으로 윈도우 연관성은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0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에서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사이의 값을 가지며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,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값이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에 가까울수록 두 윈도우 간의 연관성이 높다는 것을 의미</a:t>
                </a: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Window Relevance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가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threshold(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) </m:t>
                    </m:r>
                    <m:r>
                      <a:rPr lang="ko-KR" altLang="en-US" sz="1200" i="1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이</m:t>
                    </m:r>
                  </m:oMath>
                </a14:m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상인 윈도우들을 가지고 정상 데이터를 생성함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.</a:t>
                </a:r>
              </a:p>
              <a:p>
                <a:pPr algn="l">
                  <a:lnSpc>
                    <a:spcPct val="150000"/>
                  </a:lnSpc>
                </a:pPr>
                <a:endParaRPr lang="en-US" altLang="ko-KR" sz="12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10" name="부제목 13">
                <a:extLst>
                  <a:ext uri="{FF2B5EF4-FFF2-40B4-BE49-F238E27FC236}">
                    <a16:creationId xmlns:a16="http://schemas.microsoft.com/office/drawing/2014/main" id="{A5EE8400-1A0A-C124-25E4-8880961FFD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02783" y="2318400"/>
                <a:ext cx="10341491" cy="32366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0CD85C7-CE92-4FC7-6E8E-ED38F041140E}"/>
              </a:ext>
            </a:extLst>
          </p:cNvPr>
          <p:cNvSpPr txBox="1"/>
          <p:nvPr/>
        </p:nvSpPr>
        <p:spPr>
          <a:xfrm>
            <a:off x="6517749" y="413978"/>
            <a:ext cx="5412314" cy="38215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연관성을 계산하는 방법에 대한 식 제시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DB9B67AC-34A8-D92E-1D9A-B2BE555E7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787" y="3524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4FA1D07-0BA7-A811-9E19-51F58792F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303" y="2317755"/>
            <a:ext cx="5337446" cy="7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87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D3A1-47EF-A217-9CCB-750DB89A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35D725B-CD5A-6A94-5722-40764830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7A67A0-95A9-D1BC-2775-E24D7E9F6EF9}"/>
              </a:ext>
            </a:extLst>
          </p:cNvPr>
          <p:cNvSpPr txBox="1"/>
          <p:nvPr/>
        </p:nvSpPr>
        <p:spPr>
          <a:xfrm>
            <a:off x="404811" y="457756"/>
            <a:ext cx="2051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55FB5-9FCA-A902-62A8-3AFC3ADFD452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17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CE16365-698A-288F-9D8A-1E5F26FED007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D4AF098-07B1-42F4-B1FA-42C776D8E155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971A8E9-90C7-FEE5-A593-CDCD42170829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4229639-908A-DED5-1E06-62E88A5740B8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Window Relevance Matrix</a:t>
              </a:r>
              <a:endParaRPr lang="ko-KR" altLang="en-US" sz="16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endParaRPr>
            </a:p>
          </p:txBody>
        </p:sp>
      </p:grpSp>
      <p:sp>
        <p:nvSpPr>
          <p:cNvPr id="10" name="부제목 13">
            <a:extLst>
              <a:ext uri="{FF2B5EF4-FFF2-40B4-BE49-F238E27FC236}">
                <a16:creationId xmlns:a16="http://schemas.microsoft.com/office/drawing/2014/main" id="{D534D111-377F-41BD-6478-7660DA029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3" y="2318399"/>
            <a:ext cx="10341491" cy="4034775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Dynamic Time Warping(DTW):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동적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시간 </a:t>
            </a:r>
            <a:r>
              <a:rPr lang="ko-KR" altLang="en-US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워핑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유클리드 거리 기반으로 시계열 데이터 간의 거리를 계산하는 방법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 =&gt;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간의 패턴 유사성 반영</a:t>
            </a: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Pearson correlation: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변수 간의 관계를 고려한 두 윈도우 간의 상관관계를 가지고 유사도를 계산하는 방법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 =&gt;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간의 변수 상관관계 유사성 반영</a:t>
            </a: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A5D01-B66D-9370-AACC-E0DC983B01E2}"/>
              </a:ext>
            </a:extLst>
          </p:cNvPr>
          <p:cNvSpPr txBox="1"/>
          <p:nvPr/>
        </p:nvSpPr>
        <p:spPr>
          <a:xfrm>
            <a:off x="6517749" y="272358"/>
            <a:ext cx="5412314" cy="7053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 과정에서 변수 간의 상관관계를 어떻게 활용하였는지 설명 보충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pic>
        <p:nvPicPr>
          <p:cNvPr id="1025" name="_x333704264">
            <a:extLst>
              <a:ext uri="{FF2B5EF4-FFF2-40B4-BE49-F238E27FC236}">
                <a16:creationId xmlns:a16="http://schemas.microsoft.com/office/drawing/2014/main" id="{6A4147EB-2F0A-6C38-B1B1-57E5B23DF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66" y="4438406"/>
            <a:ext cx="3301972" cy="140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id="{6838A400-2F5F-53F8-0EEE-39B8691B0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787" y="35242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333702424">
            <a:extLst>
              <a:ext uri="{FF2B5EF4-FFF2-40B4-BE49-F238E27FC236}">
                <a16:creationId xmlns:a16="http://schemas.microsoft.com/office/drawing/2014/main" id="{78379E3A-65BA-AC43-FE5F-DC0E13A6D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445" y="4085867"/>
            <a:ext cx="4135912" cy="2441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6F2D595-39B9-29D0-D0D8-C6FF1EDCC4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303" y="2317755"/>
            <a:ext cx="5337446" cy="71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4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0E183-4F63-A59E-B77F-5BC253C4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EA40268-AB84-4E94-F4E0-794EB1843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E4424E-B633-056C-4981-4076E8916EEA}"/>
              </a:ext>
            </a:extLst>
          </p:cNvPr>
          <p:cNvSpPr txBox="1"/>
          <p:nvPr/>
        </p:nvSpPr>
        <p:spPr>
          <a:xfrm>
            <a:off x="404811" y="457756"/>
            <a:ext cx="2015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04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제안 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D72CC-8800-BBCB-563C-D918CB0F26A1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20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9B80A46-D62C-4132-3FCD-DE592CF33103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88BE3EF-C0A8-F2F9-251D-75A4EDED494E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99C8193-316F-750D-1E8E-0FE0D104EBD1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A6D9E65-A9AA-C1B1-2413-0D1FCD9E59BB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보정 결과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51DD830-5618-5B2D-8B0D-A223CD205A4D}"/>
              </a:ext>
            </a:extLst>
          </p:cNvPr>
          <p:cNvGrpSpPr/>
          <p:nvPr/>
        </p:nvGrpSpPr>
        <p:grpSpPr>
          <a:xfrm>
            <a:off x="1552269" y="2237969"/>
            <a:ext cx="9087462" cy="3752236"/>
            <a:chOff x="1407668" y="2306208"/>
            <a:chExt cx="9087462" cy="375223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A4F9DA-48C1-A624-FAB5-968B8C7F446C}"/>
                </a:ext>
              </a:extLst>
            </p:cNvPr>
            <p:cNvSpPr txBox="1"/>
            <p:nvPr/>
          </p:nvSpPr>
          <p:spPr>
            <a:xfrm>
              <a:off x="3223888" y="2306208"/>
              <a:ext cx="157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data</a:t>
              </a:r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B4B3D6-EA55-4C99-D41C-3E21C3C1046E}"/>
                </a:ext>
              </a:extLst>
            </p:cNvPr>
            <p:cNvSpPr txBox="1"/>
            <p:nvPr/>
          </p:nvSpPr>
          <p:spPr>
            <a:xfrm>
              <a:off x="7843861" y="2306208"/>
              <a:ext cx="15765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Corrected data</a:t>
              </a:r>
              <a:endParaRPr lang="ko-KR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4D08293-6C39-9560-D871-BF15A9DC26B7}"/>
                </a:ext>
              </a:extLst>
            </p:cNvPr>
            <p:cNvGrpSpPr/>
            <p:nvPr/>
          </p:nvGrpSpPr>
          <p:grpSpPr>
            <a:xfrm>
              <a:off x="1407668" y="2635416"/>
              <a:ext cx="9087462" cy="3423028"/>
              <a:chOff x="1002783" y="2403404"/>
              <a:chExt cx="10217235" cy="384858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DFABFF49-79AA-D5B1-FFBB-82FC27CC949A}"/>
                  </a:ext>
                </a:extLst>
              </p:cNvPr>
              <p:cNvGrpSpPr/>
              <p:nvPr/>
            </p:nvGrpSpPr>
            <p:grpSpPr>
              <a:xfrm>
                <a:off x="1002783" y="2403404"/>
                <a:ext cx="10210966" cy="3006427"/>
                <a:chOff x="1080870" y="2775823"/>
                <a:chExt cx="10210966" cy="3006427"/>
              </a:xfrm>
            </p:grpSpPr>
            <p:pic>
              <p:nvPicPr>
                <p:cNvPr id="2" name="그림 1">
                  <a:extLst>
                    <a:ext uri="{FF2B5EF4-FFF2-40B4-BE49-F238E27FC236}">
                      <a16:creationId xmlns:a16="http://schemas.microsoft.com/office/drawing/2014/main" id="{DFB09D5D-6E3B-EB00-0C1D-DE207322C9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440" t="1422" r="781" b="1859"/>
                <a:stretch/>
              </p:blipFill>
              <p:spPr>
                <a:xfrm>
                  <a:off x="6500339" y="2775823"/>
                  <a:ext cx="4791497" cy="1824730"/>
                </a:xfrm>
                <a:prstGeom prst="rect">
                  <a:avLst/>
                </a:prstGeom>
              </p:spPr>
            </p:pic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A04F31F2-E8EE-F4DC-1671-5F9188D3A4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0870" y="2775823"/>
                  <a:ext cx="4755140" cy="1824730"/>
                </a:xfrm>
                <a:prstGeom prst="rect">
                  <a:avLst/>
                </a:prstGeom>
              </p:spPr>
            </p:pic>
            <p:sp>
              <p:nvSpPr>
                <p:cNvPr id="9" name="화살표: 오른쪽 8">
                  <a:extLst>
                    <a:ext uri="{FF2B5EF4-FFF2-40B4-BE49-F238E27FC236}">
                      <a16:creationId xmlns:a16="http://schemas.microsoft.com/office/drawing/2014/main" id="{8B76E0A2-EE40-A4F3-EA37-0C70E16060B0}"/>
                    </a:ext>
                  </a:extLst>
                </p:cNvPr>
                <p:cNvSpPr/>
                <p:nvPr/>
              </p:nvSpPr>
              <p:spPr>
                <a:xfrm>
                  <a:off x="5955052" y="3563705"/>
                  <a:ext cx="426245" cy="191655"/>
                </a:xfrm>
                <a:prstGeom prst="rightArrow">
                  <a:avLst/>
                </a:prstGeom>
                <a:solidFill>
                  <a:schemeClr val="tx2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화살표: 오른쪽 24">
                  <a:extLst>
                    <a:ext uri="{FF2B5EF4-FFF2-40B4-BE49-F238E27FC236}">
                      <a16:creationId xmlns:a16="http://schemas.microsoft.com/office/drawing/2014/main" id="{EE3F6C66-ADCD-DD11-FC3A-866E43297255}"/>
                    </a:ext>
                  </a:extLst>
                </p:cNvPr>
                <p:cNvSpPr/>
                <p:nvPr/>
              </p:nvSpPr>
              <p:spPr>
                <a:xfrm>
                  <a:off x="5955052" y="5590595"/>
                  <a:ext cx="426245" cy="191655"/>
                </a:xfrm>
                <a:prstGeom prst="rightArrow">
                  <a:avLst/>
                </a:prstGeom>
                <a:solidFill>
                  <a:schemeClr val="tx2">
                    <a:lumMod val="90000"/>
                    <a:lumOff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F300E123-F26C-1A0E-F32B-9BEAF9894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1563" t="2609" r="1382" b="1944"/>
              <a:stretch/>
            </p:blipFill>
            <p:spPr>
              <a:xfrm>
                <a:off x="6445938" y="4427260"/>
                <a:ext cx="4774080" cy="1824730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FD404175-9457-477A-3D51-F27158BCA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526" t="2608" r="1557" b="4625"/>
              <a:stretch/>
            </p:blipFill>
            <p:spPr>
              <a:xfrm>
                <a:off x="1044554" y="4427260"/>
                <a:ext cx="4726042" cy="17734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5048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9C26-DDB4-C66D-4EBB-77ECD225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2F0DC18-6113-7013-F6D7-D5FFEEA81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0365F5-7546-232B-F440-54B37C743202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D87D6-D7E3-381F-342E-2D62A5FBDD37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21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FC6E89-2E44-C51A-E581-6B89518519E3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F395E04-ED1D-C71F-74E5-C2299316EE90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683ADB9-677F-13DC-642A-F4BE1684FA4E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C6F66D2-E632-2524-2BDE-9078553BBA5E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실험 목표</a:t>
              </a:r>
            </a:p>
          </p:txBody>
        </p:sp>
      </p:grpSp>
      <p:sp>
        <p:nvSpPr>
          <p:cNvPr id="2" name="부제목 13">
            <a:extLst>
              <a:ext uri="{FF2B5EF4-FFF2-40B4-BE49-F238E27FC236}">
                <a16:creationId xmlns:a16="http://schemas.microsoft.com/office/drawing/2014/main" id="{2F63692E-3E43-58CA-D920-4DB716660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 기법의 우수성 입증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원천 데이터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이상값을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제외한 데이터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평균 기반 보정 기법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서포트벡터회귀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(SVR)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기반 보정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Kalman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필터링 기반 보정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LSTM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기반 보정 기법과 제안 보정 기법 비교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우수성 입증을  위해 예측 모델을 구축하여 간접적으로 평가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(LSTM)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각각의 데이터를 이용하여 예측 모델 구축</a:t>
            </a: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구축된 예측 모델의 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MAE(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평균 절대값 오차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), RMSE(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평균 제곱근 오차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)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비교를 통해 성능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77F57-7BD0-D428-5533-E709F5832B9D}"/>
              </a:ext>
            </a:extLst>
          </p:cNvPr>
          <p:cNvSpPr txBox="1"/>
          <p:nvPr/>
        </p:nvSpPr>
        <p:spPr>
          <a:xfrm>
            <a:off x="6517749" y="272358"/>
            <a:ext cx="5412314" cy="7053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칼만 필터링 기반 이상치 보정 방법과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최신 보정방법 추가하여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</a:p>
        </p:txBody>
      </p:sp>
    </p:spTree>
    <p:extLst>
      <p:ext uri="{BB962C8B-B14F-4D97-AF65-F5344CB8AC3E}">
        <p14:creationId xmlns:p14="http://schemas.microsoft.com/office/powerpoint/2010/main" val="387091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1DC1-D6E3-045D-4A0F-4003FF56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27949FE-8706-6F84-7429-6D8550D3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5554B-5FAE-18BF-4195-BD1B28F7EABF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22</a:t>
            </a: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DCB418-DDCC-5551-9A15-7202C7B1F6B7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0A828E1-875E-5758-3A0B-C8C078AA206E}"/>
              </a:ext>
            </a:extLst>
          </p:cNvPr>
          <p:cNvGrpSpPr/>
          <p:nvPr/>
        </p:nvGrpSpPr>
        <p:grpSpPr>
          <a:xfrm>
            <a:off x="819149" y="1598400"/>
            <a:ext cx="3577076" cy="400110"/>
            <a:chOff x="819150" y="1743323"/>
            <a:chExt cx="2821455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F4363D7-68C6-7FE6-4EF1-54541A47B8E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6F6A00C-5D56-DAAF-FCA5-76DBEBA4CE99}"/>
                </a:ext>
              </a:extLst>
            </p:cNvPr>
            <p:cNvSpPr/>
            <p:nvPr/>
          </p:nvSpPr>
          <p:spPr>
            <a:xfrm>
              <a:off x="964283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예측모델 성능으로 인한 간접 평가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BC357CE-971A-8EC6-C5B1-9C6FE0014289}"/>
              </a:ext>
            </a:extLst>
          </p:cNvPr>
          <p:cNvGrpSpPr/>
          <p:nvPr/>
        </p:nvGrpSpPr>
        <p:grpSpPr>
          <a:xfrm>
            <a:off x="1813520" y="3733740"/>
            <a:ext cx="8500567" cy="2479668"/>
            <a:chOff x="1813520" y="3624203"/>
            <a:chExt cx="8500567" cy="2479668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01F32AC-AB5A-72A9-B621-8E095C4309AC}"/>
                </a:ext>
              </a:extLst>
            </p:cNvPr>
            <p:cNvGrpSpPr/>
            <p:nvPr/>
          </p:nvGrpSpPr>
          <p:grpSpPr>
            <a:xfrm>
              <a:off x="1813520" y="3624203"/>
              <a:ext cx="8500567" cy="2470573"/>
              <a:chOff x="936193" y="2514601"/>
              <a:chExt cx="10456585" cy="3019424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DBC240D4-9BFE-BF7A-2D53-D6842E18FA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640" t="21310" r="4780" b="10615"/>
              <a:stretch/>
            </p:blipFill>
            <p:spPr>
              <a:xfrm>
                <a:off x="1031729" y="2904107"/>
                <a:ext cx="3746310" cy="1104831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F202CB2-BA99-AACA-8400-E13AE43B3F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850" t="32299" r="4102" b="10415"/>
              <a:stretch/>
            </p:blipFill>
            <p:spPr>
              <a:xfrm>
                <a:off x="936193" y="4219348"/>
                <a:ext cx="3841846" cy="961256"/>
              </a:xfrm>
              <a:prstGeom prst="rect">
                <a:avLst/>
              </a:prstGeom>
            </p:spPr>
          </p:pic>
          <p:sp>
            <p:nvSpPr>
              <p:cNvPr id="9" name="화살표: 오른쪽 8">
                <a:extLst>
                  <a:ext uri="{FF2B5EF4-FFF2-40B4-BE49-F238E27FC236}">
                    <a16:creationId xmlns:a16="http://schemas.microsoft.com/office/drawing/2014/main" id="{9DFE2BF7-E212-D021-EEAF-5F5587A7C5AD}"/>
                  </a:ext>
                </a:extLst>
              </p:cNvPr>
              <p:cNvSpPr/>
              <p:nvPr/>
            </p:nvSpPr>
            <p:spPr>
              <a:xfrm>
                <a:off x="5041514" y="3524974"/>
                <a:ext cx="428625" cy="266700"/>
              </a:xfrm>
              <a:prstGeom prst="rightArrow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50E8729C-AAFF-6B2E-B57C-0ED719BE59F7}"/>
                  </a:ext>
                </a:extLst>
              </p:cNvPr>
              <p:cNvSpPr/>
              <p:nvPr/>
            </p:nvSpPr>
            <p:spPr>
              <a:xfrm>
                <a:off x="5619296" y="2514601"/>
                <a:ext cx="1082756" cy="3019424"/>
              </a:xfrm>
              <a:prstGeom prst="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 model</a:t>
                </a:r>
                <a:endParaRPr lang="ko-KR" altLang="en-US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화살표: 오른쪽 10">
                <a:extLst>
                  <a:ext uri="{FF2B5EF4-FFF2-40B4-BE49-F238E27FC236}">
                    <a16:creationId xmlns:a16="http://schemas.microsoft.com/office/drawing/2014/main" id="{C666793E-C0DA-890A-7E2D-1E5202BA3FCA}"/>
                  </a:ext>
                </a:extLst>
              </p:cNvPr>
              <p:cNvSpPr/>
              <p:nvPr/>
            </p:nvSpPr>
            <p:spPr>
              <a:xfrm>
                <a:off x="6907992" y="3524974"/>
                <a:ext cx="428625" cy="266700"/>
              </a:xfrm>
              <a:prstGeom prst="rightArrow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72025357-9A4B-468C-F7C6-0AB4CF4539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6640" t="21310" r="4780" b="10615"/>
              <a:stretch/>
            </p:blipFill>
            <p:spPr>
              <a:xfrm>
                <a:off x="7493673" y="2919483"/>
                <a:ext cx="3746310" cy="1104830"/>
              </a:xfrm>
              <a:prstGeom prst="rect">
                <a:avLst/>
              </a:prstGeom>
            </p:spPr>
          </p:pic>
          <p:sp>
            <p:nvSpPr>
              <p:cNvPr id="13" name="화살표: 오른쪽 12">
                <a:extLst>
                  <a:ext uri="{FF2B5EF4-FFF2-40B4-BE49-F238E27FC236}">
                    <a16:creationId xmlns:a16="http://schemas.microsoft.com/office/drawing/2014/main" id="{C705EB6D-6A00-401D-D352-D78560F9CA9D}"/>
                  </a:ext>
                </a:extLst>
              </p:cNvPr>
              <p:cNvSpPr/>
              <p:nvPr/>
            </p:nvSpPr>
            <p:spPr>
              <a:xfrm>
                <a:off x="5041514" y="4682724"/>
                <a:ext cx="428625" cy="266700"/>
              </a:xfrm>
              <a:prstGeom prst="rightArrow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화살표: 오른쪽 13">
                <a:extLst>
                  <a:ext uri="{FF2B5EF4-FFF2-40B4-BE49-F238E27FC236}">
                    <a16:creationId xmlns:a16="http://schemas.microsoft.com/office/drawing/2014/main" id="{17DB636B-A1BC-C2BC-7657-9EA270FDBFC6}"/>
                  </a:ext>
                </a:extLst>
              </p:cNvPr>
              <p:cNvSpPr/>
              <p:nvPr/>
            </p:nvSpPr>
            <p:spPr>
              <a:xfrm>
                <a:off x="6907992" y="4682724"/>
                <a:ext cx="428625" cy="266700"/>
              </a:xfrm>
              <a:prstGeom prst="rightArrow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FCCBF9D-C917-1CA1-C544-52570B262A70}"/>
                  </a:ext>
                </a:extLst>
              </p:cNvPr>
              <p:cNvGrpSpPr/>
              <p:nvPr/>
            </p:nvGrpSpPr>
            <p:grpSpPr>
              <a:xfrm>
                <a:off x="10859867" y="3040848"/>
                <a:ext cx="532911" cy="863532"/>
                <a:chOff x="10859867" y="3040848"/>
                <a:chExt cx="532911" cy="863532"/>
              </a:xfrm>
            </p:grpSpPr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388C293E-3C7F-F9B4-E89A-BFA73199FAFE}"/>
                    </a:ext>
                  </a:extLst>
                </p:cNvPr>
                <p:cNvSpPr/>
                <p:nvPr/>
              </p:nvSpPr>
              <p:spPr>
                <a:xfrm>
                  <a:off x="10859867" y="3040848"/>
                  <a:ext cx="532911" cy="863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7" name="그래픽 16" descr="물음표 단색으로 채워진">
                  <a:extLst>
                    <a:ext uri="{FF2B5EF4-FFF2-40B4-BE49-F238E27FC236}">
                      <a16:creationId xmlns:a16="http://schemas.microsoft.com/office/drawing/2014/main" id="{A3C48F42-FC4D-EC43-DB3B-D5248A0183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63202" y="3285984"/>
                  <a:ext cx="326240" cy="380222"/>
                </a:xfrm>
                <a:prstGeom prst="rect">
                  <a:avLst/>
                </a:prstGeom>
                <a:effectLst/>
              </p:spPr>
            </p:pic>
          </p:grp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9E9F00D-FD48-114C-9705-677B98DDE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850" t="32299" r="4102" b="10415"/>
              <a:stretch/>
            </p:blipFill>
            <p:spPr>
              <a:xfrm>
                <a:off x="7447596" y="4219348"/>
                <a:ext cx="3841846" cy="961257"/>
              </a:xfrm>
              <a:prstGeom prst="rect">
                <a:avLst/>
              </a:prstGeom>
            </p:spPr>
          </p:pic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6C97AF11-340D-5884-8513-90C04659A0D5}"/>
                  </a:ext>
                </a:extLst>
              </p:cNvPr>
              <p:cNvGrpSpPr/>
              <p:nvPr/>
            </p:nvGrpSpPr>
            <p:grpSpPr>
              <a:xfrm>
                <a:off x="10859867" y="4327955"/>
                <a:ext cx="532911" cy="863532"/>
                <a:chOff x="10859867" y="3040848"/>
                <a:chExt cx="532911" cy="863532"/>
              </a:xfrm>
            </p:grpSpPr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3450F015-5853-2F38-F623-53F21C43840B}"/>
                    </a:ext>
                  </a:extLst>
                </p:cNvPr>
                <p:cNvSpPr/>
                <p:nvPr/>
              </p:nvSpPr>
              <p:spPr>
                <a:xfrm>
                  <a:off x="10859867" y="3040848"/>
                  <a:ext cx="532911" cy="8635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26" name="그래픽 25" descr="물음표 단색으로 채워진">
                  <a:extLst>
                    <a:ext uri="{FF2B5EF4-FFF2-40B4-BE49-F238E27FC236}">
                      <a16:creationId xmlns:a16="http://schemas.microsoft.com/office/drawing/2014/main" id="{B8FE53DA-D8C3-F04C-2FEF-BC4B80B9A0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63202" y="3285984"/>
                  <a:ext cx="326240" cy="380222"/>
                </a:xfrm>
                <a:prstGeom prst="rect">
                  <a:avLst/>
                </a:prstGeom>
                <a:effectLst/>
              </p:spPr>
            </p:pic>
          </p:grp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981A75-4EAB-9E82-3465-A4C9071304F7}"/>
                </a:ext>
              </a:extLst>
            </p:cNvPr>
            <p:cNvSpPr txBox="1"/>
            <p:nvPr/>
          </p:nvSpPr>
          <p:spPr>
            <a:xfrm>
              <a:off x="3117758" y="4802187"/>
              <a:ext cx="15765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data</a:t>
              </a:r>
              <a:endParaRPr lang="ko-KR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4EFF9E-B0F1-CDCE-C0F7-B98CA5294D94}"/>
                </a:ext>
              </a:extLst>
            </p:cNvPr>
            <p:cNvSpPr txBox="1"/>
            <p:nvPr/>
          </p:nvSpPr>
          <p:spPr>
            <a:xfrm>
              <a:off x="2965358" y="5842261"/>
              <a:ext cx="157653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Corrected data</a:t>
              </a:r>
              <a:endParaRPr lang="ko-KR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부제목 13">
            <a:extLst>
              <a:ext uri="{FF2B5EF4-FFF2-40B4-BE49-F238E27FC236}">
                <a16:creationId xmlns:a16="http://schemas.microsoft.com/office/drawing/2014/main" id="{8DD0FA1B-4D12-2C14-C38E-768250885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Raw data</a:t>
            </a:r>
            <a:r>
              <a:rPr lang="ko-KR" altLang="en-US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를 가지고 학습한 모델은 이상치가 포함되어 있기 때문에 예측 모델의 성능을 저하시킴</a:t>
            </a:r>
            <a:endParaRPr lang="en-US" altLang="ko-KR" sz="120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Corrected data</a:t>
            </a:r>
            <a:r>
              <a:rPr lang="ko-KR" altLang="en-US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를 가지고 학습한 모델은 안정적이고 정확한 예측을 수행할 가능성이 큼</a:t>
            </a: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따라서</a:t>
            </a: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보정된 데이터를 가지고 학습한 모델이 예측 결과의 오차를 줄일 것으로 예상</a:t>
            </a: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 </a:t>
            </a:r>
            <a:r>
              <a:rPr lang="ko-KR" altLang="en-US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이는 결과적으로 보정의 효과를 입증할 수 있음</a:t>
            </a:r>
            <a:r>
              <a:rPr lang="en-US" altLang="ko-KR" sz="120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.</a:t>
            </a:r>
            <a:endParaRPr lang="ko-KR" altLang="en-US" sz="120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87F17-2C36-3B5F-BA15-91B06C99263D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3250338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67057-D1C7-AF1E-CD55-46FAFDEF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D4E5194-3B3E-495D-7E84-529A9B41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C1A825-B0EE-493C-5582-55BB659CBF1A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23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6FE2BA0-19A6-A8DA-2510-0ACB3B1D4C32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D11F180-FFD1-8E52-F125-E765D01599D2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451542B-B6FB-3C74-DF20-37836676B1F7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04EA737-E7D6-C62F-578D-7500E4C8DDC3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실험 데이터</a:t>
              </a:r>
            </a:p>
          </p:txBody>
        </p:sp>
      </p:grpSp>
      <p:sp>
        <p:nvSpPr>
          <p:cNvPr id="2" name="부제목 13">
            <a:extLst>
              <a:ext uri="{FF2B5EF4-FFF2-40B4-BE49-F238E27FC236}">
                <a16:creationId xmlns:a16="http://schemas.microsoft.com/office/drawing/2014/main" id="{56AC7076-F7A4-E3C2-E717-59C8B3559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iTrust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Lab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의  </a:t>
            </a:r>
            <a:r>
              <a:rPr lang="en-US" altLang="ko-KR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SWaT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(Secure Water Treatment)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데이터와 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WADI (Water Distribution)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 그리고 국가보안기술연구소의 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HAI 21.03, Kaggle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의 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SKAB(</a:t>
            </a:r>
            <a:r>
              <a:rPr lang="en-US" altLang="ko-KR" sz="12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Skoltech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Anomaly Benchmark)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 이용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전체 변수들 중 데이터의 값의 변화량이 거의 없는 변수 제외</a:t>
            </a:r>
          </a:p>
          <a:p>
            <a:pPr algn="l">
              <a:lnSpc>
                <a:spcPct val="150000"/>
              </a:lnSpc>
            </a:pPr>
            <a:endParaRPr lang="ko-KR" altLang="en-US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0D6F3B-1375-6238-99F4-91564DA7C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842517"/>
              </p:ext>
            </p:extLst>
          </p:nvPr>
        </p:nvGraphicFramePr>
        <p:xfrm>
          <a:off x="3802314" y="3654701"/>
          <a:ext cx="4587372" cy="2424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7326">
                  <a:extLst>
                    <a:ext uri="{9D8B030D-6E8A-4147-A177-3AD203B41FA5}">
                      <a16:colId xmlns:a16="http://schemas.microsoft.com/office/drawing/2014/main" val="3943232635"/>
                    </a:ext>
                  </a:extLst>
                </a:gridCol>
                <a:gridCol w="1117326">
                  <a:extLst>
                    <a:ext uri="{9D8B030D-6E8A-4147-A177-3AD203B41FA5}">
                      <a16:colId xmlns:a16="http://schemas.microsoft.com/office/drawing/2014/main" val="2662977498"/>
                    </a:ext>
                  </a:extLst>
                </a:gridCol>
                <a:gridCol w="784240">
                  <a:extLst>
                    <a:ext uri="{9D8B030D-6E8A-4147-A177-3AD203B41FA5}">
                      <a16:colId xmlns:a16="http://schemas.microsoft.com/office/drawing/2014/main" val="3090333647"/>
                    </a:ext>
                  </a:extLst>
                </a:gridCol>
                <a:gridCol w="784240">
                  <a:extLst>
                    <a:ext uri="{9D8B030D-6E8A-4147-A177-3AD203B41FA5}">
                      <a16:colId xmlns:a16="http://schemas.microsoft.com/office/drawing/2014/main" val="1759353530"/>
                    </a:ext>
                  </a:extLst>
                </a:gridCol>
                <a:gridCol w="784240">
                  <a:extLst>
                    <a:ext uri="{9D8B030D-6E8A-4147-A177-3AD203B41FA5}">
                      <a16:colId xmlns:a16="http://schemas.microsoft.com/office/drawing/2014/main" val="3621190357"/>
                    </a:ext>
                  </a:extLst>
                </a:gridCol>
              </a:tblGrid>
              <a:tr h="26193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132036"/>
                  </a:ext>
                </a:extLst>
              </a:tr>
              <a:tr h="261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SWaT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WADI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HAI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SKAB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682809"/>
                  </a:ext>
                </a:extLst>
              </a:tr>
              <a:tr h="2619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변수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51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103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78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1271374"/>
                  </a:ext>
                </a:extLst>
              </a:tr>
              <a:tr h="3906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학습 데이터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496,800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1,048,571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921,603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10,897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579249940"/>
                  </a:ext>
                </a:extLst>
              </a:tr>
              <a:tr h="3906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테스트 데이터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449,919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172,801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402,005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7,265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066354207"/>
                  </a:ext>
                </a:extLst>
              </a:tr>
              <a:tr h="2619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실험에 사용된 변수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14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27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22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663750453"/>
                  </a:ext>
                </a:extLst>
              </a:tr>
              <a:tr h="2619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ko-KR" altLang="en-US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이상 비율</a:t>
                      </a:r>
                      <a:r>
                        <a:rPr lang="en-US" altLang="ko-KR" sz="11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(%)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11.98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5.99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2.23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34.74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5276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12C044C-FDD5-3457-B5CB-89EFEC224652}"/>
              </a:ext>
            </a:extLst>
          </p:cNvPr>
          <p:cNvSpPr txBox="1"/>
          <p:nvPr/>
        </p:nvSpPr>
        <p:spPr>
          <a:xfrm>
            <a:off x="6517749" y="433940"/>
            <a:ext cx="5412314" cy="38215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데이터셋 추가 필요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559D1-1108-09F0-0364-6D66215AD3BB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2707915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3963-C0FF-D47D-5860-A2A2F10C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C08DFB4-365B-76BB-F9D7-344642DBC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D82114-E4AE-DB2F-8542-11D463F59158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23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937B21B-8469-227C-50A9-D8A3EF3F45CC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615A332-867E-521F-5E44-69E44F35E0D4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3A3474-E4C2-8F2D-E411-B633F7BA1750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58916DC-0723-135E-2743-B6FCF4CCFB0E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이상탐지 성능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C27E4E6-0068-B176-3B1C-BDC8FE9111D4}"/>
              </a:ext>
            </a:extLst>
          </p:cNvPr>
          <p:cNvSpPr txBox="1"/>
          <p:nvPr/>
        </p:nvSpPr>
        <p:spPr>
          <a:xfrm>
            <a:off x="6517749" y="433940"/>
            <a:ext cx="5412314" cy="38215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이상 탐지에 대한 성능 평가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A9AC9-828A-F83F-12E6-FB1F31E6CC76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E58065F-5F3E-9A90-463F-AAAB4F20C379}"/>
              </a:ext>
            </a:extLst>
          </p:cNvPr>
          <p:cNvGrpSpPr/>
          <p:nvPr/>
        </p:nvGrpSpPr>
        <p:grpSpPr>
          <a:xfrm>
            <a:off x="7205709" y="2832143"/>
            <a:ext cx="4193042" cy="2277838"/>
            <a:chOff x="7232094" y="2553254"/>
            <a:chExt cx="4193042" cy="2277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F4DAB2F-7449-AD84-EBB8-0B80CFA83CA7}"/>
                    </a:ext>
                  </a:extLst>
                </p:cNvPr>
                <p:cNvSpPr txBox="1"/>
                <p:nvPr/>
              </p:nvSpPr>
              <p:spPr>
                <a:xfrm>
                  <a:off x="7232094" y="2553254"/>
                  <a:ext cx="4193042" cy="485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Precision</a:t>
                  </a:r>
                  <a:r>
                    <a:rPr lang="en-US" altLang="ko-KR" sz="16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a14:m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F50F16E-A08C-ECA6-4864-AA0CF5252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094" y="2553254"/>
                  <a:ext cx="4193042" cy="485582"/>
                </a:xfrm>
                <a:prstGeom prst="rect">
                  <a:avLst/>
                </a:prstGeom>
                <a:blipFill>
                  <a:blip r:embed="rId5"/>
                  <a:stretch>
                    <a:fillRect l="-727" b="-25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3F578C0-DE96-B8A7-1ABD-C2A8A3E2104F}"/>
                    </a:ext>
                  </a:extLst>
                </p:cNvPr>
                <p:cNvSpPr txBox="1"/>
                <p:nvPr/>
              </p:nvSpPr>
              <p:spPr>
                <a:xfrm>
                  <a:off x="7232094" y="3146550"/>
                  <a:ext cx="4193042" cy="485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Recall</a:t>
                  </a:r>
                  <a:r>
                    <a:rPr lang="en-US" altLang="ko-KR" sz="16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a14:m>
                  <a:r>
                    <a:rPr lang="en-US" altLang="ko-KR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2A64AEB-76C5-0F2D-9BB1-D0B5AD461D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094" y="3146550"/>
                  <a:ext cx="4193042" cy="485582"/>
                </a:xfrm>
                <a:prstGeom prst="rect">
                  <a:avLst/>
                </a:prstGeom>
                <a:blipFill>
                  <a:blip r:embed="rId6"/>
                  <a:stretch>
                    <a:fillRect l="-727" b="-125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4942FB1-2BCE-BABF-6BD5-575383F52453}"/>
                    </a:ext>
                  </a:extLst>
                </p:cNvPr>
                <p:cNvSpPr txBox="1"/>
                <p:nvPr/>
              </p:nvSpPr>
              <p:spPr>
                <a:xfrm>
                  <a:off x="7232094" y="3739846"/>
                  <a:ext cx="4193042" cy="495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F1-measure</a:t>
                  </a:r>
                  <a:r>
                    <a:rPr lang="en-US" altLang="ko-KR" sz="1600" dirty="0"/>
                    <a:t> = 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 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a14:m>
                  <a:r>
                    <a:rPr lang="en-US" altLang="ko-KR" sz="160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52F7174-0D41-62E6-D657-8BA3263A4E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094" y="3739846"/>
                  <a:ext cx="4193042" cy="495328"/>
                </a:xfrm>
                <a:prstGeom prst="rect">
                  <a:avLst/>
                </a:prstGeom>
                <a:blipFill>
                  <a:blip r:embed="rId7"/>
                  <a:stretch>
                    <a:fillRect l="-727" b="-122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390331B-3747-D1A9-86ED-09963F92D160}"/>
                    </a:ext>
                  </a:extLst>
                </p:cNvPr>
                <p:cNvSpPr txBox="1"/>
                <p:nvPr/>
              </p:nvSpPr>
              <p:spPr>
                <a:xfrm>
                  <a:off x="7232094" y="4345510"/>
                  <a:ext cx="4193042" cy="485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Accuracy</a:t>
                  </a:r>
                  <a:r>
                    <a:rPr lang="en-US" altLang="ko-KR" sz="1600" dirty="0"/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a14:m>
                  <a:r>
                    <a:rPr lang="en-US" altLang="ko-KR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1EF87EA-61B9-5BD9-BD5F-8A9621D96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094" y="4345510"/>
                  <a:ext cx="4193042" cy="485582"/>
                </a:xfrm>
                <a:prstGeom prst="rect">
                  <a:avLst/>
                </a:prstGeom>
                <a:blipFill>
                  <a:blip r:embed="rId8"/>
                  <a:stretch>
                    <a:fillRect l="-727" b="-25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FB8C0A1-205F-C4CA-FD26-1977F515B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034317"/>
              </p:ext>
            </p:extLst>
          </p:nvPr>
        </p:nvGraphicFramePr>
        <p:xfrm>
          <a:off x="1902957" y="2965122"/>
          <a:ext cx="4193043" cy="209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7681">
                  <a:extLst>
                    <a:ext uri="{9D8B030D-6E8A-4147-A177-3AD203B41FA5}">
                      <a16:colId xmlns:a16="http://schemas.microsoft.com/office/drawing/2014/main" val="1679667249"/>
                    </a:ext>
                  </a:extLst>
                </a:gridCol>
                <a:gridCol w="1397681">
                  <a:extLst>
                    <a:ext uri="{9D8B030D-6E8A-4147-A177-3AD203B41FA5}">
                      <a16:colId xmlns:a16="http://schemas.microsoft.com/office/drawing/2014/main" val="3845916114"/>
                    </a:ext>
                  </a:extLst>
                </a:gridCol>
                <a:gridCol w="1397681">
                  <a:extLst>
                    <a:ext uri="{9D8B030D-6E8A-4147-A177-3AD203B41FA5}">
                      <a16:colId xmlns:a16="http://schemas.microsoft.com/office/drawing/2014/main" val="1591202971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성능 지표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923716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F1-score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Accuracy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655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SWaT</a:t>
                      </a:r>
                      <a:endParaRPr lang="en-US" altLang="ko-KR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0.937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0.983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29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WADI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0.910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0.973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473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HAI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0.905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0.927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57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SKAB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0.948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0.997</a:t>
                      </a:r>
                      <a:endParaRPr lang="ko-KR" altLang="en-US" sz="14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145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55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50CE-B52E-89B1-4783-32563AF5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EA004DB-0706-92B0-CB1D-2510583A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BEB697-4CB7-B27F-230C-E1FD868E3CF8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24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00FA0E4-866B-4FA6-7867-248DE8E10772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721945-1EE5-D6C1-56E7-55C1AA7A19E6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D07F52-F502-9FFF-4B2B-42BA553708E0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AA93F87-B1F5-429D-4363-D374724ECB2A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제안 보정 기법의 우수성 입증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99907BA-9085-42AA-A102-F69018819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105637"/>
              </p:ext>
            </p:extLst>
          </p:nvPr>
        </p:nvGraphicFramePr>
        <p:xfrm>
          <a:off x="1080870" y="3467402"/>
          <a:ext cx="4902032" cy="2291048"/>
        </p:xfrm>
        <a:graphic>
          <a:graphicData uri="http://schemas.openxmlformats.org/drawingml/2006/table">
            <a:tbl>
              <a:tblPr/>
              <a:tblGrid>
                <a:gridCol w="1379132">
                  <a:extLst>
                    <a:ext uri="{9D8B030D-6E8A-4147-A177-3AD203B41FA5}">
                      <a16:colId xmlns:a16="http://schemas.microsoft.com/office/drawing/2014/main" val="3253347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2539457495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604850102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190595858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35303666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524472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3056011194"/>
                    </a:ext>
                  </a:extLst>
                </a:gridCol>
              </a:tblGrid>
              <a:tr h="1628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60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120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14965"/>
                  </a:ext>
                </a:extLst>
              </a:tr>
              <a:tr h="1628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46997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원천 데이터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0.0509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0.1011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0.0451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007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이상값 제외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0.0473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0.0471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39868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Kalman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필터링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0.0901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0.0491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0.0445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68405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평균 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0.0647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78194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SVR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0.0908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0.0901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61465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LSTM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0.0450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0.0450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0.0941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24954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제안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0.0414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0.0854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0.0467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0.0924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0.0444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0.0908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1009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6FC497-B0A2-2D1E-2455-7A1B8573D175}"/>
              </a:ext>
            </a:extLst>
          </p:cNvPr>
          <p:cNvSpPr txBox="1"/>
          <p:nvPr/>
        </p:nvSpPr>
        <p:spPr>
          <a:xfrm>
            <a:off x="2163734" y="3077316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SWaT</a:t>
            </a:r>
            <a:r>
              <a:rPr lang="en-US" altLang="ko-KR" sz="1200" b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</a:t>
            </a:r>
            <a:r>
              <a:rPr lang="ko-KR" altLang="en-US" sz="1200" b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DABA5-1548-0582-4614-E8F90A3D8831}"/>
              </a:ext>
            </a:extLst>
          </p:cNvPr>
          <p:cNvSpPr txBox="1"/>
          <p:nvPr/>
        </p:nvSpPr>
        <p:spPr>
          <a:xfrm>
            <a:off x="7456171" y="3077316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WADI </a:t>
            </a:r>
            <a:r>
              <a:rPr lang="ko-KR" altLang="en-US" sz="1200" b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C51EB1E-50DA-7903-DFA4-126B350AD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57864"/>
              </p:ext>
            </p:extLst>
          </p:nvPr>
        </p:nvGraphicFramePr>
        <p:xfrm>
          <a:off x="6300983" y="3467401"/>
          <a:ext cx="4902032" cy="2376823"/>
        </p:xfrm>
        <a:graphic>
          <a:graphicData uri="http://schemas.openxmlformats.org/drawingml/2006/table">
            <a:tbl>
              <a:tblPr/>
              <a:tblGrid>
                <a:gridCol w="1379132">
                  <a:extLst>
                    <a:ext uri="{9D8B030D-6E8A-4147-A177-3AD203B41FA5}">
                      <a16:colId xmlns:a16="http://schemas.microsoft.com/office/drawing/2014/main" val="3253347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2539457495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604850102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190595858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35303666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524472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3056011194"/>
                    </a:ext>
                  </a:extLst>
                </a:gridCol>
              </a:tblGrid>
              <a:tr h="1628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60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120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14965"/>
                  </a:ext>
                </a:extLst>
              </a:tr>
              <a:tr h="1628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46997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원천 데이터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0.1442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0.1444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0.0991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0.1564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007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이상값 제외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0.0963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0.1544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0.0966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0.1563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39868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Kalman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필터링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0.0882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0.0999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0.1583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04312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평균 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0.0925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0.1515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0.0941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0.1529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0.1518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78194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SVR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0.1543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0.0924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0.1465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0.0949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0.1549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61465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LSTM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0.0990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0.1530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26314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제안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0.0865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0.1418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0.0910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0.1504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100970"/>
                  </a:ext>
                </a:extLst>
              </a:tr>
            </a:tbl>
          </a:graphicData>
        </a:graphic>
      </p:graphicFrame>
      <p:sp>
        <p:nvSpPr>
          <p:cNvPr id="13" name="부제목 13">
            <a:extLst>
              <a:ext uri="{FF2B5EF4-FFF2-40B4-BE49-F238E27FC236}">
                <a16:creationId xmlns:a16="http://schemas.microsoft.com/office/drawing/2014/main" id="{1B4CCEB8-68BE-7045-15CB-90C41B90F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예측모델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(LSTM)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에 대한 성능 비교</a:t>
            </a:r>
          </a:p>
          <a:p>
            <a:pPr algn="l">
              <a:lnSpc>
                <a:spcPct val="150000"/>
              </a:lnSpc>
            </a:pPr>
            <a:endParaRPr lang="ko-KR" altLang="en-US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D7057-FB07-A886-AB10-367798DFE2DA}"/>
              </a:ext>
            </a:extLst>
          </p:cNvPr>
          <p:cNvSpPr txBox="1"/>
          <p:nvPr/>
        </p:nvSpPr>
        <p:spPr>
          <a:xfrm>
            <a:off x="6517749" y="272357"/>
            <a:ext cx="5412314" cy="70532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칼만 필터링 기반 이상치 보정 방법과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최신 보정방법 추가하여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16121-8E31-4FDD-CF03-EF1534F3C1C5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3650787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F456-7D62-0982-6A00-8D14B212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13">
            <a:extLst>
              <a:ext uri="{FF2B5EF4-FFF2-40B4-BE49-F238E27FC236}">
                <a16:creationId xmlns:a16="http://schemas.microsoft.com/office/drawing/2014/main" id="{4A3E2B50-E11E-8859-5752-E8AE712D8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예측모델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(LSTM)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에 대한 성능 비교</a:t>
            </a:r>
          </a:p>
          <a:p>
            <a:pPr algn="l">
              <a:lnSpc>
                <a:spcPct val="150000"/>
              </a:lnSpc>
            </a:pPr>
            <a:endParaRPr lang="ko-KR" altLang="en-US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95F92D9-B3D6-F4A0-1FE5-FF45999A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A305AD-E867-4042-93F9-257356E708E4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25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F72539A-696E-72EE-1AC8-2DED4E3C7CC4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A3815BD-88DC-1024-D39C-CE0AECB57286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5063BF3-6B78-EC94-4EF1-14C2A7417C6E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D2E6D24-2EF9-11C6-32EF-C412604FFED9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제안 보정 기법의 우수성 입증</a:t>
              </a: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71E0911-D41B-4156-0CF0-A5BDF7AE9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29833"/>
              </p:ext>
            </p:extLst>
          </p:nvPr>
        </p:nvGraphicFramePr>
        <p:xfrm>
          <a:off x="6287183" y="3469621"/>
          <a:ext cx="4902032" cy="2285383"/>
        </p:xfrm>
        <a:graphic>
          <a:graphicData uri="http://schemas.openxmlformats.org/drawingml/2006/table">
            <a:tbl>
              <a:tblPr/>
              <a:tblGrid>
                <a:gridCol w="1379132">
                  <a:extLst>
                    <a:ext uri="{9D8B030D-6E8A-4147-A177-3AD203B41FA5}">
                      <a16:colId xmlns:a16="http://schemas.microsoft.com/office/drawing/2014/main" val="3253347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2539457495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604850102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190595858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35303666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524472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3056011194"/>
                    </a:ext>
                  </a:extLst>
                </a:gridCol>
              </a:tblGrid>
              <a:tr h="1628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60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120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14965"/>
                  </a:ext>
                </a:extLst>
              </a:tr>
              <a:tr h="1628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46997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원천 데이터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0.1010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0.1758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0.1489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0.1740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0.1570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0.1850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007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이상값 제외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0.1508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0.1756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0.1487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0.1738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0.1574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39868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Kalman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필터링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0.1501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0.1756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0.1481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0.1730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0.1573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0.1861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1986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평균 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0.1513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0.1758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0.1496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0.1493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78194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SVR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0.1531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0.1866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0.1519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0.1866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0.1516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0.1868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61465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LSTM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0.1451</a:t>
                      </a:r>
                      <a:endParaRPr lang="ko-KR" sz="105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altLang="ko-KR" sz="105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0.1757</a:t>
                      </a:r>
                      <a:endParaRPr lang="ko-KR" sz="105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0.1478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0.1899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0.1432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0.1738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10097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제안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0.1433</a:t>
                      </a:r>
                      <a:endParaRPr lang="ko-KR" sz="1200" b="1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0.1755</a:t>
                      </a:r>
                      <a:endParaRPr lang="ko-KR" sz="1200" b="1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0.1432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0.1726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0.1387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0.1706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4139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3A6B8D4-2DF7-82BC-4590-C39421CD6EC3}"/>
              </a:ext>
            </a:extLst>
          </p:cNvPr>
          <p:cNvSpPr txBox="1"/>
          <p:nvPr/>
        </p:nvSpPr>
        <p:spPr>
          <a:xfrm>
            <a:off x="7455772" y="3085819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SKAB </a:t>
            </a:r>
            <a:r>
              <a:rPr lang="ko-KR" altLang="en-US" sz="1200" b="1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612B322-9E02-5625-0219-E62D54DC4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36013"/>
              </p:ext>
            </p:extLst>
          </p:nvPr>
        </p:nvGraphicFramePr>
        <p:xfrm>
          <a:off x="1124634" y="3469621"/>
          <a:ext cx="4902032" cy="2331103"/>
        </p:xfrm>
        <a:graphic>
          <a:graphicData uri="http://schemas.openxmlformats.org/drawingml/2006/table">
            <a:tbl>
              <a:tblPr/>
              <a:tblGrid>
                <a:gridCol w="1379132">
                  <a:extLst>
                    <a:ext uri="{9D8B030D-6E8A-4147-A177-3AD203B41FA5}">
                      <a16:colId xmlns:a16="http://schemas.microsoft.com/office/drawing/2014/main" val="3253347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2539457495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604850102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190595858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135303666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524472447"/>
                    </a:ext>
                  </a:extLst>
                </a:gridCol>
                <a:gridCol w="587150">
                  <a:extLst>
                    <a:ext uri="{9D8B030D-6E8A-4147-A177-3AD203B41FA5}">
                      <a16:colId xmlns:a16="http://schemas.microsoft.com/office/drawing/2014/main" val="3056011194"/>
                    </a:ext>
                  </a:extLst>
                </a:gridCol>
              </a:tblGrid>
              <a:tr h="16281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30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60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: 120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14965"/>
                  </a:ext>
                </a:extLst>
              </a:tr>
              <a:tr h="1628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46997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원천 데이터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0.0758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0.0740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0.0570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0.0850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30073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이상값 제외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0.0508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0.0756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0.0738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0.0574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39868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Kalman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필터링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0.0501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0.0753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0.0473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0.0739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0.0398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0.0726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65154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평균 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0.0513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0.0758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0.0496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0.0493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0.0739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878194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SVR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0.0531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dirty="0"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0.0866</a:t>
                      </a:r>
                      <a:endParaRPr lang="ko-KR" sz="1200" dirty="0"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0.0519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0.0516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61465"/>
                  </a:ext>
                </a:extLst>
              </a:tr>
              <a:tr h="258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LSTM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기반 보정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0.0501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0.0756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0.0483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0.0515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0.0826</a:t>
                      </a:r>
                      <a:endParaRPr lang="en-US" sz="8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058876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제안 보정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0.0433</a:t>
                      </a:r>
                      <a:endParaRPr lang="ko-KR" sz="1200" b="1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  <a:cs typeface="맑은 고딕" panose="020B0503020000020004" pitchFamily="50" charset="-127"/>
                        </a:rPr>
                        <a:t>0.0755</a:t>
                      </a:r>
                      <a:endParaRPr lang="ko-KR" sz="1200" b="1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780" marB="177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chemeClr val="tx1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0.0432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0.0760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0.0387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0.0706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1009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E27BC69-87AA-5F60-1ED3-CF54683C2D98}"/>
              </a:ext>
            </a:extLst>
          </p:cNvPr>
          <p:cNvSpPr txBox="1"/>
          <p:nvPr/>
        </p:nvSpPr>
        <p:spPr>
          <a:xfrm>
            <a:off x="2293223" y="3085819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HAI </a:t>
            </a:r>
            <a:r>
              <a:rPr lang="ko-KR" altLang="en-US" sz="1200" b="1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8827E-AF9F-A7DB-A430-CC983CEBB24E}"/>
              </a:ext>
            </a:extLst>
          </p:cNvPr>
          <p:cNvSpPr txBox="1"/>
          <p:nvPr/>
        </p:nvSpPr>
        <p:spPr>
          <a:xfrm>
            <a:off x="6517749" y="293812"/>
            <a:ext cx="5412314" cy="10300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칼만 필터링 기반 이상치 보정 방법과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최신 보정방법 추가하여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데이터셋 추가 필요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김한준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4510EB-BC7B-A5CB-4D43-D76D71B40E72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1186934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008F-BE2B-9591-B4A7-36F33A920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부제목 13">
                <a:extLst>
                  <a:ext uri="{FF2B5EF4-FFF2-40B4-BE49-F238E27FC236}">
                    <a16:creationId xmlns:a16="http://schemas.microsoft.com/office/drawing/2014/main" id="{CE7CE64F-E6A1-0344-C9F9-F0CF8790219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02785" y="2318400"/>
                <a:ext cx="4712215" cy="3313802"/>
              </a:xfrm>
            </p:spPr>
            <p:txBody>
              <a:bodyPr>
                <a:noAutofit/>
              </a:bodyPr>
              <a:lstStyle/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윈도우 크기와 윈도우 연관성에서의 </a:t>
                </a:r>
                <a:r>
                  <a:rPr lang="ko-KR" altLang="en-US" sz="14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en-US" altLang="ko-KR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KoPub바탕체 Medium" panose="02020603020101020101" pitchFamily="18" charset="-127"/>
                          </a:rPr>
                          <m:t>2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)</m:t>
                    </m:r>
                    <m:r>
                      <a:rPr lang="ko-KR" altLang="en-US" sz="1400" i="1">
                        <a:latin typeface="Cambria Math" panose="02040503050406030204" pitchFamily="18" charset="0"/>
                        <a:ea typeface="KoPub바탕체 Medium" panose="02020603020101020101" pitchFamily="18" charset="-127"/>
                      </a:rPr>
                      <m:t>에</m:t>
                    </m:r>
                  </m:oMath>
                </a14:m>
                <a:r>
                  <a:rPr lang="ko-KR" altLang="en-US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따른 성능 비교</a:t>
                </a:r>
                <a:endParaRPr lang="en-US" altLang="ko-KR" sz="14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각 데이터셋에 따라 윈도우 크기별 </a:t>
                </a:r>
                <a:r>
                  <a:rPr lang="ko-KR" altLang="en-US" sz="14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ko-KR" altLang="en-US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실험을 통해 가장 적절한 조건을 찾을 수 있었음</a:t>
                </a:r>
                <a:r>
                  <a:rPr lang="en-US" altLang="ko-KR" sz="14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.</a:t>
                </a:r>
              </a:p>
              <a:p>
                <a:pPr marL="7429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2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SWaT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데이터셋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: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윈도우 크기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30, </a:t>
                </a:r>
                <a:r>
                  <a:rPr lang="ko-KR" altLang="en-US" sz="12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0.01%</a:t>
                </a:r>
              </a:p>
              <a:p>
                <a:pPr marL="7429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WADI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데이터셋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: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윈도우 크기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30, </a:t>
                </a:r>
                <a:r>
                  <a:rPr lang="ko-KR" altLang="en-US" sz="12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0.01%</a:t>
                </a:r>
              </a:p>
              <a:p>
                <a:pPr marL="7429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HAI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데이터셋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: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윈도우 크기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120, </a:t>
                </a:r>
                <a:r>
                  <a:rPr lang="ko-KR" altLang="en-US" sz="12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0.01%</a:t>
                </a:r>
              </a:p>
              <a:p>
                <a:pPr marL="7429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SKAB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데이터셋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: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윈도우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크기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120, </a:t>
                </a:r>
                <a:r>
                  <a:rPr lang="ko-KR" altLang="en-US" sz="1200" dirty="0" err="1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임계값</a:t>
                </a:r>
                <a:r>
                  <a:rPr lang="ko-KR" altLang="en-US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 </a:t>
                </a:r>
                <a:r>
                  <a:rPr lang="en-US" altLang="ko-KR" sz="1200" dirty="0">
                    <a:latin typeface="KoPub바탕체 Medium" panose="02020603020101020101" pitchFamily="18" charset="-127"/>
                    <a:ea typeface="KoPub바탕체 Medium" panose="02020603020101020101" pitchFamily="18" charset="-127"/>
                  </a:rPr>
                  <a:t>1%</a:t>
                </a:r>
              </a:p>
              <a:p>
                <a:pPr marL="742950" lvl="1" indent="-285750" algn="l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0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sz="1400" dirty="0">
                  <a:latin typeface="KoPub바탕체 Medium" panose="02020603020101020101" pitchFamily="18" charset="-127"/>
                  <a:ea typeface="KoPub바탕체 Medium" panose="02020603020101020101" pitchFamily="18" charset="-127"/>
                </a:endParaRPr>
              </a:p>
            </p:txBody>
          </p:sp>
        </mc:Choice>
        <mc:Fallback xmlns="">
          <p:sp>
            <p:nvSpPr>
              <p:cNvPr id="5" name="부제목 13">
                <a:extLst>
                  <a:ext uri="{FF2B5EF4-FFF2-40B4-BE49-F238E27FC236}">
                    <a16:creationId xmlns:a16="http://schemas.microsoft.com/office/drawing/2014/main" id="{CE7CE64F-E6A1-0344-C9F9-F0CF87902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02785" y="2318400"/>
                <a:ext cx="4712215" cy="3313802"/>
              </a:xfrm>
              <a:blipFill>
                <a:blip r:embed="rId2"/>
                <a:stretch>
                  <a:fillRect l="-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77AB8734-16A3-74DA-7980-87B746D8B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3796F5-2315-9007-A02D-4F2FDCE63F64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26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DE789E9-2535-A774-9063-36294E880593}"/>
              </a:ext>
            </a:extLst>
          </p:cNvPr>
          <p:cNvCxnSpPr>
            <a:cxnSpLocks/>
          </p:cNvCxnSpPr>
          <p:nvPr/>
        </p:nvCxnSpPr>
        <p:spPr>
          <a:xfrm>
            <a:off x="11687175" y="6444021"/>
            <a:ext cx="242888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33CBD8D-7571-5195-C773-7D870CE99DC5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8759429-5B3D-74F9-C811-AF2828DE4083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E2444F0-DDC5-28C9-B209-EE84093FCF45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600" dirty="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Window Relevance </a:t>
              </a:r>
              <a:r>
                <a:rPr lang="ko-KR" altLang="en-US" sz="1600" dirty="0" err="1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임계값</a:t>
              </a:r>
              <a:endParaRPr lang="ko-KR" altLang="en-US" sz="1600" dirty="0">
                <a:solidFill>
                  <a:schemeClr val="bg1"/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BC592D-244D-9CB6-FA66-CFFB1C94D129}"/>
              </a:ext>
            </a:extLst>
          </p:cNvPr>
          <p:cNvSpPr txBox="1"/>
          <p:nvPr/>
        </p:nvSpPr>
        <p:spPr>
          <a:xfrm>
            <a:off x="6517749" y="455395"/>
            <a:ext cx="5412314" cy="7068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윈도우 크기와 윈도우 연관성에서의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임계값에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따른 성능 비교 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–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박재휘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10CCB5-08CF-D46E-8204-4FA415392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943887"/>
              </p:ext>
            </p:extLst>
          </p:nvPr>
        </p:nvGraphicFramePr>
        <p:xfrm>
          <a:off x="6517749" y="1613129"/>
          <a:ext cx="5170644" cy="4351343"/>
        </p:xfrm>
        <a:graphic>
          <a:graphicData uri="http://schemas.openxmlformats.org/drawingml/2006/table">
            <a:tbl>
              <a:tblPr/>
              <a:tblGrid>
                <a:gridCol w="774963">
                  <a:extLst>
                    <a:ext uri="{9D8B030D-6E8A-4147-A177-3AD203B41FA5}">
                      <a16:colId xmlns:a16="http://schemas.microsoft.com/office/drawing/2014/main" val="1726546029"/>
                    </a:ext>
                  </a:extLst>
                </a:gridCol>
                <a:gridCol w="774963">
                  <a:extLst>
                    <a:ext uri="{9D8B030D-6E8A-4147-A177-3AD203B41FA5}">
                      <a16:colId xmlns:a16="http://schemas.microsoft.com/office/drawing/2014/main" val="2354152099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591510317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3185724219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970222090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2754599915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3088868300"/>
                    </a:ext>
                  </a:extLst>
                </a:gridCol>
                <a:gridCol w="603453">
                  <a:extLst>
                    <a:ext uri="{9D8B030D-6E8A-4147-A177-3AD203B41FA5}">
                      <a16:colId xmlns:a16="http://schemas.microsoft.com/office/drawing/2014/main" val="4228161946"/>
                    </a:ext>
                  </a:extLst>
                </a:gridCol>
              </a:tblGrid>
              <a:tr h="30172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윈도우 크기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데이터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MAE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RMSE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990943"/>
                  </a:ext>
                </a:extLst>
              </a:tr>
              <a:tr h="4278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900" b="1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1%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499169"/>
                  </a:ext>
                </a:extLst>
              </a:tr>
              <a:tr h="30172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30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SWaT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0.0414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0.0415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0.0854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0.0852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0.0857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164111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WADI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0.0886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0.1459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0.1439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354544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HAI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0.0435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0.0433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0.0551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0.0820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0.0755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0.0752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618724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SKAB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0.1443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0.1453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0.1757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0.1766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5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0.1755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094728"/>
                  </a:ext>
                </a:extLst>
              </a:tr>
              <a:tr h="30172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60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SWaT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0.0469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0.0924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0.0931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742159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WADI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0.0867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0.1459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0.1418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0.1428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03125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HAI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0.0438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0.0432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0.0511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0.0771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0.0760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0.0780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35116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SKAB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0.1432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200000"/>
                        </a:lnSpc>
                      </a:pPr>
                      <a:r>
                        <a:rPr lang="en-US" sz="8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0.1727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0.1728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0.1726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151188"/>
                  </a:ext>
                </a:extLst>
              </a:tr>
              <a:tr h="301727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120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SWaT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0.0445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0.0444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0.0478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0.0911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0.0908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0.0921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51589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WADI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0.0910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0.0912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0.0913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0.1504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0.1502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0.1501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058822"/>
                  </a:ext>
                </a:extLst>
              </a:tr>
              <a:tr h="301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HAI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0.0387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0.0389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0.0412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0.0706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0.0710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0.0712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696409"/>
                  </a:ext>
                </a:extLst>
              </a:tr>
              <a:tr h="3027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200000"/>
                        </a:lnSpc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SKAB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0.1401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0.1389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0.1387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20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0.1711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0.1701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1">
                        <a:lnSpc>
                          <a:spcPct val="160000"/>
                        </a:lnSpc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0.1706</a:t>
                      </a:r>
                    </a:p>
                  </a:txBody>
                  <a:tcPr marL="59829" marR="59829" marT="16541" marB="16541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0823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CF5013-55FB-370D-D16D-317BA22197F7}"/>
              </a:ext>
            </a:extLst>
          </p:cNvPr>
          <p:cNvSpPr txBox="1"/>
          <p:nvPr/>
        </p:nvSpPr>
        <p:spPr>
          <a:xfrm>
            <a:off x="404812" y="457756"/>
            <a:ext cx="225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05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실험 결과</a:t>
            </a:r>
          </a:p>
        </p:txBody>
      </p:sp>
    </p:spTree>
    <p:extLst>
      <p:ext uri="{BB962C8B-B14F-4D97-AF65-F5344CB8AC3E}">
        <p14:creationId xmlns:p14="http://schemas.microsoft.com/office/powerpoint/2010/main" val="1717737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B37C-C214-41F2-6D1F-377536A9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2780E58-AD4B-A9B4-D1B0-743145C2D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03AFC4-D7E0-19F2-6902-4FEE233348DD}"/>
              </a:ext>
            </a:extLst>
          </p:cNvPr>
          <p:cNvSpPr txBox="1"/>
          <p:nvPr/>
        </p:nvSpPr>
        <p:spPr>
          <a:xfrm>
            <a:off x="404812" y="457756"/>
            <a:ext cx="165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06 </a:t>
            </a:r>
            <a:r>
              <a:rPr lang="ko-KR" altLang="en-US" sz="24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결론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C5BB0B5-EE0D-D8A5-B846-73B066D03D98}"/>
              </a:ext>
            </a:extLst>
          </p:cNvPr>
          <p:cNvGrpSpPr/>
          <p:nvPr/>
        </p:nvGrpSpPr>
        <p:grpSpPr>
          <a:xfrm>
            <a:off x="819148" y="1598400"/>
            <a:ext cx="3114673" cy="400110"/>
            <a:chOff x="819150" y="1743323"/>
            <a:chExt cx="2843997" cy="40011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582A037-BF81-2CF2-E3ED-E16F3BC8A436}"/>
                </a:ext>
              </a:extLst>
            </p:cNvPr>
            <p:cNvSpPr/>
            <p:nvPr/>
          </p:nvSpPr>
          <p:spPr>
            <a:xfrm>
              <a:off x="819150" y="1743323"/>
              <a:ext cx="477954" cy="400110"/>
            </a:xfrm>
            <a:prstGeom prst="rect">
              <a:avLst/>
            </a:prstGeom>
            <a:solidFill>
              <a:srgbClr val="D5B1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C68E6EA-210C-CAB3-7AAE-8023F295B84E}"/>
                </a:ext>
              </a:extLst>
            </p:cNvPr>
            <p:cNvSpPr/>
            <p:nvPr/>
          </p:nvSpPr>
          <p:spPr>
            <a:xfrm>
              <a:off x="986825" y="1743323"/>
              <a:ext cx="2676322" cy="400110"/>
            </a:xfrm>
            <a:prstGeom prst="rect">
              <a:avLst/>
            </a:prstGeom>
            <a:solidFill>
              <a:srgbClr val="012D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600">
                  <a:solidFill>
                    <a:schemeClr val="bg1"/>
                  </a:solidFill>
                  <a:latin typeface="KoPub바탕체 Medium" panose="02020603020101020101" pitchFamily="18" charset="-127"/>
                  <a:ea typeface="KoPub바탕체 Medium" panose="02020603020101020101" pitchFamily="18" charset="-127"/>
                </a:rPr>
                <a:t>결론 및 향후 계획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B775BB-D1AF-4B8F-1CB2-F668536F5EF2}"/>
              </a:ext>
            </a:extLst>
          </p:cNvPr>
          <p:cNvSpPr txBox="1"/>
          <p:nvPr/>
        </p:nvSpPr>
        <p:spPr>
          <a:xfrm>
            <a:off x="11601451" y="6179106"/>
            <a:ext cx="43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tx1">
                    <a:lumMod val="75000"/>
                    <a:lumOff val="25000"/>
                  </a:schemeClr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27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F40A56AA-E65A-E02A-F8F5-1A2C19750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785" y="2318400"/>
            <a:ext cx="10808215" cy="3313802"/>
          </a:xfrm>
        </p:spPr>
        <p:txBody>
          <a:bodyPr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 VAE-GAN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모델을 활용하여 다변량 시계열 데이터 품질 개선을 위한 보정 기법을 제안함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제안 기법 우수성 입증을 위한 예측 모델 구축을 통한 간접 평가 결과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다변량 시계열 데이터에 대해 제안 기법은 데이터의 품질을 개선하는데 효과적임을 확인</a:t>
            </a: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향후 연구</a:t>
            </a:r>
            <a:endParaRPr lang="en-US" altLang="ko-KR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이상에 대한 레이블이 없는 데이터 즉</a:t>
            </a:r>
            <a:r>
              <a:rPr lang="en-US" altLang="ko-KR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, </a:t>
            </a:r>
            <a:r>
              <a:rPr lang="ko-KR" altLang="en-US" sz="12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실제 데이터들에 대한 이상 탐지 및 보정에 대한 성능 향상을 목표로 하여 보정 기법을 개발할 예정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  <a:p>
            <a:pPr algn="l">
              <a:lnSpc>
                <a:spcPct val="150000"/>
              </a:lnSpc>
            </a:pPr>
            <a:endParaRPr lang="ko-KR" altLang="en-US" sz="12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333267F8-1AB5-0630-5CFC-F3CE9CA78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780188"/>
              </p:ext>
            </p:extLst>
          </p:nvPr>
        </p:nvGraphicFramePr>
        <p:xfrm>
          <a:off x="1825839" y="3251827"/>
          <a:ext cx="8827875" cy="5745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1125">
                  <a:extLst>
                    <a:ext uri="{9D8B030D-6E8A-4147-A177-3AD203B41FA5}">
                      <a16:colId xmlns:a16="http://schemas.microsoft.com/office/drawing/2014/main" val="2845413452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3655277927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1598150780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3584613581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1787350154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10366127"/>
                    </a:ext>
                  </a:extLst>
                </a:gridCol>
                <a:gridCol w="1261125">
                  <a:extLst>
                    <a:ext uri="{9D8B030D-6E8A-4147-A177-3AD203B41FA5}">
                      <a16:colId xmlns:a16="http://schemas.microsoft.com/office/drawing/2014/main" val="741561175"/>
                    </a:ext>
                  </a:extLst>
                </a:gridCol>
              </a:tblGrid>
              <a:tr h="248441"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원천 데이터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이상값</a:t>
                      </a:r>
                      <a:r>
                        <a:rPr lang="ko-KR" altLang="en-US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 제외</a:t>
                      </a:r>
                      <a:endParaRPr lang="en-US" altLang="ko-KR" sz="1200" b="0" dirty="0">
                        <a:latin typeface="KoPub바탕체 Bold" panose="02020603020101020101" pitchFamily="18" charset="-127"/>
                        <a:ea typeface="KoPub바탕체 Bold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Kalman </a:t>
                      </a:r>
                      <a:r>
                        <a:rPr lang="ko-KR" altLang="en-US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필터링</a:t>
                      </a:r>
                      <a:endParaRPr lang="en-US" altLang="ko-KR" sz="1200" b="0" dirty="0">
                        <a:latin typeface="KoPub바탕체 Bold" panose="02020603020101020101" pitchFamily="18" charset="-127"/>
                        <a:ea typeface="KoPub바탕체 Bold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평균 기반 보정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SVR </a:t>
                      </a:r>
                      <a:r>
                        <a:rPr lang="ko-KR" altLang="en-US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기반 보정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LSTM</a:t>
                      </a:r>
                      <a:r>
                        <a:rPr lang="ko-KR" altLang="en-US" sz="1200" b="0" dirty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 기반 보정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4884330"/>
                  </a:ext>
                </a:extLst>
              </a:tr>
              <a:tr h="300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>
                          <a:latin typeface="KoPub바탕체 Bold" panose="02020603020101020101" pitchFamily="18" charset="-127"/>
                          <a:ea typeface="KoPub바탕체 Bold" panose="02020603020101020101" pitchFamily="18" charset="-127"/>
                        </a:rPr>
                        <a:t>제안 보정 기법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3.5%~12.2%</a:t>
                      </a:r>
                      <a:endParaRPr lang="ko-KR" altLang="en-US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4.6%~10.0%</a:t>
                      </a:r>
                      <a:endParaRPr lang="ko-KR" altLang="en-US" sz="120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0.3%~15.1%</a:t>
                      </a:r>
                      <a:endParaRPr lang="ko-KR" altLang="en-US" sz="12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3.3%~8.7%</a:t>
                      </a:r>
                      <a:endParaRPr lang="ko-KR" altLang="en-US" sz="12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3.6%~17.3%</a:t>
                      </a:r>
                      <a:endParaRPr lang="ko-KR" altLang="en-US" sz="12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>
                          <a:latin typeface="KoPub바탕체 Medium" panose="02020603020101020101" pitchFamily="18" charset="-127"/>
                          <a:ea typeface="KoPub바탕체 Medium" panose="02020603020101020101" pitchFamily="18" charset="-127"/>
                        </a:rPr>
                        <a:t>0.1%~18.3%</a:t>
                      </a:r>
                      <a:endParaRPr lang="ko-KR" altLang="en-US" sz="1200" dirty="0">
                        <a:latin typeface="KoPub바탕체 Medium" panose="02020603020101020101" pitchFamily="18" charset="-127"/>
                        <a:ea typeface="KoPub바탕체 Medium" panose="02020603020101020101" pitchFamily="18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136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7BF9108-0E52-0673-38F6-9CC1E586FF4A}"/>
              </a:ext>
            </a:extLst>
          </p:cNvPr>
          <p:cNvSpPr txBox="1"/>
          <p:nvPr/>
        </p:nvSpPr>
        <p:spPr>
          <a:xfrm>
            <a:off x="6517749" y="455395"/>
            <a:ext cx="5412314" cy="7068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GAN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모델 학습에서 레이블이 없는 실제 데이터에 대해서는 어떻게 </a:t>
            </a:r>
            <a:r>
              <a:rPr lang="ko-KR" altLang="en-US" sz="1400" dirty="0" err="1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해야하는지</a:t>
            </a:r>
            <a:r>
              <a:rPr lang="en-US" altLang="ko-KR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? – </a:t>
            </a:r>
            <a:r>
              <a:rPr lang="ko-KR" altLang="en-US" sz="1400" dirty="0"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이승환 교수님</a:t>
            </a:r>
            <a:endParaRPr lang="en-US" altLang="ko-KR" sz="1400" dirty="0"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769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0E74A-C6F9-A758-9BEF-FD62DD4F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CC2B8D7-28FC-684C-32DE-971303E0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1300"/>
            <a:ext cx="12192000" cy="26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F01999-9337-E5EE-F73B-2114DAA8CEB4}"/>
              </a:ext>
            </a:extLst>
          </p:cNvPr>
          <p:cNvSpPr txBox="1"/>
          <p:nvPr/>
        </p:nvSpPr>
        <p:spPr>
          <a:xfrm>
            <a:off x="4665662" y="2844225"/>
            <a:ext cx="286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solidFill>
                  <a:srgbClr val="012D6A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  <a:cs typeface="Times New Roman" panose="02020603050405020304" pitchFamily="18" charset="0"/>
              </a:rPr>
              <a:t>감사합니다</a:t>
            </a:r>
            <a:endParaRPr lang="en-US" altLang="ko-KR" sz="3200" dirty="0">
              <a:solidFill>
                <a:srgbClr val="012D6A"/>
              </a:solidFill>
              <a:latin typeface="KoPub바탕체 Bold" panose="02020603020101020101" pitchFamily="18" charset="-127"/>
              <a:ea typeface="KoPub바탕체 Bold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94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1673</Words>
  <Application>Microsoft Office PowerPoint</Application>
  <PresentationFormat>와이드스크린</PresentationFormat>
  <Paragraphs>586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KoPub바탕체 Medium</vt:lpstr>
      <vt:lpstr>KoPub바탕체 Light</vt:lpstr>
      <vt:lpstr>Arial</vt:lpstr>
      <vt:lpstr>KoPub바탕체 Bold</vt:lpstr>
      <vt:lpstr>맑은 고딕</vt:lpstr>
      <vt:lpstr>Wingdings</vt:lpstr>
      <vt:lpstr>Times New Roman</vt:lpstr>
      <vt:lpstr>Cambria Math</vt:lpstr>
      <vt:lpstr>Office 테마</vt:lpstr>
      <vt:lpstr> 윈도우 연관성을 활용한 GAN 기반 다변량 시계열 데이터 보정 기법</vt:lpstr>
      <vt:lpstr>01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소현 윤</dc:creator>
  <cp:lastModifiedBy>소현 윤</cp:lastModifiedBy>
  <cp:revision>4</cp:revision>
  <cp:lastPrinted>2024-10-10T18:57:02Z</cp:lastPrinted>
  <dcterms:created xsi:type="dcterms:W3CDTF">2024-10-10T16:05:34Z</dcterms:created>
  <dcterms:modified xsi:type="dcterms:W3CDTF">2025-01-21T10:46:29Z</dcterms:modified>
</cp:coreProperties>
</file>